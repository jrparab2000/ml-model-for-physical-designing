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7" r:id="rId1"/>
  </p:sldMasterIdLst>
  <p:notesMasterIdLst>
    <p:notesMasterId r:id="rId13"/>
  </p:notesMasterIdLst>
  <p:sldIdLst>
    <p:sldId id="272" r:id="rId2"/>
    <p:sldId id="276" r:id="rId3"/>
    <p:sldId id="278" r:id="rId4"/>
    <p:sldId id="277" r:id="rId5"/>
    <p:sldId id="297" r:id="rId6"/>
    <p:sldId id="298" r:id="rId7"/>
    <p:sldId id="299" r:id="rId8"/>
    <p:sldId id="286" r:id="rId9"/>
    <p:sldId id="300" r:id="rId10"/>
    <p:sldId id="301" r:id="rId11"/>
    <p:sldId id="296" r:id="rId12"/>
  </p:sldIdLst>
  <p:sldSz cx="9144000" cy="5143500" type="screen16x9"/>
  <p:notesSz cx="6858000" cy="9144000"/>
  <p:embeddedFontLst>
    <p:embeddedFont>
      <p:font typeface="Assistant" pitchFamily="2" charset="-79"/>
      <p:regular r:id="rId14"/>
      <p:bold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2" d="100"/>
          <a:sy n="102" d="100"/>
        </p:scale>
        <p:origin x="82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b56d264711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b56d264711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gb56d26471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 name="Google Shape;430;gb56d26471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b56d264711_0_2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b56d264711_0_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af83f1124d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 name="Google Shape;443;gaf83f1124d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a:extLst>
            <a:ext uri="{FF2B5EF4-FFF2-40B4-BE49-F238E27FC236}">
              <a16:creationId xmlns:a16="http://schemas.microsoft.com/office/drawing/2014/main" id="{D6192A75-E317-3A37-011D-CAF0AD623D24}"/>
            </a:ext>
          </a:extLst>
        </p:cNvPr>
        <p:cNvGrpSpPr/>
        <p:nvPr/>
      </p:nvGrpSpPr>
      <p:grpSpPr>
        <a:xfrm>
          <a:off x="0" y="0"/>
          <a:ext cx="0" cy="0"/>
          <a:chOff x="0" y="0"/>
          <a:chExt cx="0" cy="0"/>
        </a:xfrm>
      </p:grpSpPr>
      <p:sp>
        <p:nvSpPr>
          <p:cNvPr id="442" name="Google Shape;442;gaf83f1124d_0_42:notes">
            <a:extLst>
              <a:ext uri="{FF2B5EF4-FFF2-40B4-BE49-F238E27FC236}">
                <a16:creationId xmlns:a16="http://schemas.microsoft.com/office/drawing/2014/main" id="{58030952-BD3C-730F-ABF6-F2AB14F677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 name="Google Shape;443;gaf83f1124d_0_42:notes">
            <a:extLst>
              <a:ext uri="{FF2B5EF4-FFF2-40B4-BE49-F238E27FC236}">
                <a16:creationId xmlns:a16="http://schemas.microsoft.com/office/drawing/2014/main" id="{E952066E-C4D3-66C7-0DFE-6958CCB427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262195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a:extLst>
            <a:ext uri="{FF2B5EF4-FFF2-40B4-BE49-F238E27FC236}">
              <a16:creationId xmlns:a16="http://schemas.microsoft.com/office/drawing/2014/main" id="{7F17F4A4-7B31-EDAD-0EC0-CA2CB495F2C7}"/>
            </a:ext>
          </a:extLst>
        </p:cNvPr>
        <p:cNvGrpSpPr/>
        <p:nvPr/>
      </p:nvGrpSpPr>
      <p:grpSpPr>
        <a:xfrm>
          <a:off x="0" y="0"/>
          <a:ext cx="0" cy="0"/>
          <a:chOff x="0" y="0"/>
          <a:chExt cx="0" cy="0"/>
        </a:xfrm>
      </p:grpSpPr>
      <p:sp>
        <p:nvSpPr>
          <p:cNvPr id="429" name="Google Shape;429;gb56d264711_0_5:notes">
            <a:extLst>
              <a:ext uri="{FF2B5EF4-FFF2-40B4-BE49-F238E27FC236}">
                <a16:creationId xmlns:a16="http://schemas.microsoft.com/office/drawing/2014/main" id="{B65746A6-C56C-3608-94ED-8D612D6A17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 name="Google Shape;430;gb56d264711_0_5:notes">
            <a:extLst>
              <a:ext uri="{FF2B5EF4-FFF2-40B4-BE49-F238E27FC236}">
                <a16:creationId xmlns:a16="http://schemas.microsoft.com/office/drawing/2014/main" id="{346E25DF-02BB-0492-2483-91483FEDC7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94800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a:extLst>
            <a:ext uri="{FF2B5EF4-FFF2-40B4-BE49-F238E27FC236}">
              <a16:creationId xmlns:a16="http://schemas.microsoft.com/office/drawing/2014/main" id="{2884FC93-A083-B33A-5BBE-AE74177867AE}"/>
            </a:ext>
          </a:extLst>
        </p:cNvPr>
        <p:cNvGrpSpPr/>
        <p:nvPr/>
      </p:nvGrpSpPr>
      <p:grpSpPr>
        <a:xfrm>
          <a:off x="0" y="0"/>
          <a:ext cx="0" cy="0"/>
          <a:chOff x="0" y="0"/>
          <a:chExt cx="0" cy="0"/>
        </a:xfrm>
      </p:grpSpPr>
      <p:sp>
        <p:nvSpPr>
          <p:cNvPr id="429" name="Google Shape;429;gb56d264711_0_5:notes">
            <a:extLst>
              <a:ext uri="{FF2B5EF4-FFF2-40B4-BE49-F238E27FC236}">
                <a16:creationId xmlns:a16="http://schemas.microsoft.com/office/drawing/2014/main" id="{3EE32B68-788A-13C9-D0C4-6387E5337D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0" name="Google Shape;430;gb56d264711_0_5:notes">
            <a:extLst>
              <a:ext uri="{FF2B5EF4-FFF2-40B4-BE49-F238E27FC236}">
                <a16:creationId xmlns:a16="http://schemas.microsoft.com/office/drawing/2014/main" id="{48926836-E535-66A6-B221-10815AC174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77960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gaf83f1124d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3" name="Google Shape;543;gaf83f1124d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a:extLst>
            <a:ext uri="{FF2B5EF4-FFF2-40B4-BE49-F238E27FC236}">
              <a16:creationId xmlns:a16="http://schemas.microsoft.com/office/drawing/2014/main" id="{8B1B1816-A658-0F48-B731-0ECB1CA7E53D}"/>
            </a:ext>
          </a:extLst>
        </p:cNvPr>
        <p:cNvGrpSpPr/>
        <p:nvPr/>
      </p:nvGrpSpPr>
      <p:grpSpPr>
        <a:xfrm>
          <a:off x="0" y="0"/>
          <a:ext cx="0" cy="0"/>
          <a:chOff x="0" y="0"/>
          <a:chExt cx="0" cy="0"/>
        </a:xfrm>
      </p:grpSpPr>
      <p:sp>
        <p:nvSpPr>
          <p:cNvPr id="455" name="Google Shape;455;gb56d264711_0_259:notes">
            <a:extLst>
              <a:ext uri="{FF2B5EF4-FFF2-40B4-BE49-F238E27FC236}">
                <a16:creationId xmlns:a16="http://schemas.microsoft.com/office/drawing/2014/main" id="{472CB9DF-D8A7-93DD-5157-602D8D752D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b56d264711_0_259:notes">
            <a:extLst>
              <a:ext uri="{FF2B5EF4-FFF2-40B4-BE49-F238E27FC236}">
                <a16:creationId xmlns:a16="http://schemas.microsoft.com/office/drawing/2014/main" id="{D67B1A43-74FE-C3A6-341D-495FA2C66E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80166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a:extLst>
            <a:ext uri="{FF2B5EF4-FFF2-40B4-BE49-F238E27FC236}">
              <a16:creationId xmlns:a16="http://schemas.microsoft.com/office/drawing/2014/main" id="{F459338F-23A9-DD7A-BDD4-6617FDA20D61}"/>
            </a:ext>
          </a:extLst>
        </p:cNvPr>
        <p:cNvGrpSpPr/>
        <p:nvPr/>
      </p:nvGrpSpPr>
      <p:grpSpPr>
        <a:xfrm>
          <a:off x="0" y="0"/>
          <a:ext cx="0" cy="0"/>
          <a:chOff x="0" y="0"/>
          <a:chExt cx="0" cy="0"/>
        </a:xfrm>
      </p:grpSpPr>
      <p:sp>
        <p:nvSpPr>
          <p:cNvPr id="455" name="Google Shape;455;gb56d264711_0_259:notes">
            <a:extLst>
              <a:ext uri="{FF2B5EF4-FFF2-40B4-BE49-F238E27FC236}">
                <a16:creationId xmlns:a16="http://schemas.microsoft.com/office/drawing/2014/main" id="{518CFF4B-6940-D7A2-F42C-3045AC5C10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b56d264711_0_259:notes">
            <a:extLst>
              <a:ext uri="{FF2B5EF4-FFF2-40B4-BE49-F238E27FC236}">
                <a16:creationId xmlns:a16="http://schemas.microsoft.com/office/drawing/2014/main" id="{D9839EE9-8EBB-2719-3478-13815FD841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35980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gb647448be2_1_4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1" name="Google Shape;651;gb647448be2_1_4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2">
  <p:cSld name="TITLE_1">
    <p:spTree>
      <p:nvGrpSpPr>
        <p:cNvPr id="1" name="Shape 27"/>
        <p:cNvGrpSpPr/>
        <p:nvPr/>
      </p:nvGrpSpPr>
      <p:grpSpPr>
        <a:xfrm>
          <a:off x="0" y="0"/>
          <a:ext cx="0" cy="0"/>
          <a:chOff x="0" y="0"/>
          <a:chExt cx="0" cy="0"/>
        </a:xfrm>
      </p:grpSpPr>
      <p:sp>
        <p:nvSpPr>
          <p:cNvPr id="28" name="Google Shape;28;p3"/>
          <p:cNvSpPr txBox="1">
            <a:spLocks noGrp="1"/>
          </p:cNvSpPr>
          <p:nvPr>
            <p:ph type="ctrTitle"/>
          </p:nvPr>
        </p:nvSpPr>
        <p:spPr>
          <a:xfrm>
            <a:off x="311725" y="1243584"/>
            <a:ext cx="6089100" cy="1776300"/>
          </a:xfrm>
          <a:prstGeom prst="rect">
            <a:avLst/>
          </a:prstGeom>
        </p:spPr>
        <p:txBody>
          <a:bodyPr spcFirstLastPara="1" wrap="square" lIns="91425" tIns="91425" rIns="91425" bIns="91425" anchor="b" anchorCtr="0">
            <a:normAutofit/>
          </a:bodyPr>
          <a:lstStyle>
            <a:lvl1pPr lvl="0" rtl="0">
              <a:lnSpc>
                <a:spcPct val="100000"/>
              </a:lnSpc>
              <a:spcBef>
                <a:spcPts val="0"/>
              </a:spcBef>
              <a:spcAft>
                <a:spcPts val="0"/>
              </a:spcAft>
              <a:buClr>
                <a:schemeClr val="accent1"/>
              </a:buClr>
              <a:buSzPts val="5200"/>
              <a:buNone/>
              <a:defRPr sz="5200">
                <a:solidFill>
                  <a:schemeClr val="accent1"/>
                </a:solidFill>
              </a:defRPr>
            </a:lvl1pPr>
            <a:lvl2pPr lvl="1" rtl="0">
              <a:lnSpc>
                <a:spcPct val="100000"/>
              </a:lnSpc>
              <a:spcBef>
                <a:spcPts val="0"/>
              </a:spcBef>
              <a:spcAft>
                <a:spcPts val="0"/>
              </a:spcAft>
              <a:buClr>
                <a:schemeClr val="accent1"/>
              </a:buClr>
              <a:buSzPts val="5200"/>
              <a:buNone/>
              <a:defRPr sz="5200">
                <a:solidFill>
                  <a:schemeClr val="accent1"/>
                </a:solidFill>
              </a:defRPr>
            </a:lvl2pPr>
            <a:lvl3pPr lvl="2" rtl="0">
              <a:lnSpc>
                <a:spcPct val="100000"/>
              </a:lnSpc>
              <a:spcBef>
                <a:spcPts val="0"/>
              </a:spcBef>
              <a:spcAft>
                <a:spcPts val="0"/>
              </a:spcAft>
              <a:buClr>
                <a:schemeClr val="accent1"/>
              </a:buClr>
              <a:buSzPts val="5200"/>
              <a:buNone/>
              <a:defRPr sz="5200">
                <a:solidFill>
                  <a:schemeClr val="accent1"/>
                </a:solidFill>
              </a:defRPr>
            </a:lvl3pPr>
            <a:lvl4pPr lvl="3" rtl="0">
              <a:lnSpc>
                <a:spcPct val="100000"/>
              </a:lnSpc>
              <a:spcBef>
                <a:spcPts val="0"/>
              </a:spcBef>
              <a:spcAft>
                <a:spcPts val="0"/>
              </a:spcAft>
              <a:buClr>
                <a:schemeClr val="accent1"/>
              </a:buClr>
              <a:buSzPts val="5200"/>
              <a:buNone/>
              <a:defRPr sz="5200">
                <a:solidFill>
                  <a:schemeClr val="accent1"/>
                </a:solidFill>
              </a:defRPr>
            </a:lvl4pPr>
            <a:lvl5pPr lvl="4" rtl="0">
              <a:lnSpc>
                <a:spcPct val="100000"/>
              </a:lnSpc>
              <a:spcBef>
                <a:spcPts val="0"/>
              </a:spcBef>
              <a:spcAft>
                <a:spcPts val="0"/>
              </a:spcAft>
              <a:buClr>
                <a:schemeClr val="accent1"/>
              </a:buClr>
              <a:buSzPts val="5200"/>
              <a:buNone/>
              <a:defRPr sz="5200">
                <a:solidFill>
                  <a:schemeClr val="accent1"/>
                </a:solidFill>
              </a:defRPr>
            </a:lvl5pPr>
            <a:lvl6pPr lvl="5" rtl="0">
              <a:lnSpc>
                <a:spcPct val="100000"/>
              </a:lnSpc>
              <a:spcBef>
                <a:spcPts val="0"/>
              </a:spcBef>
              <a:spcAft>
                <a:spcPts val="0"/>
              </a:spcAft>
              <a:buClr>
                <a:schemeClr val="accent1"/>
              </a:buClr>
              <a:buSzPts val="5200"/>
              <a:buNone/>
              <a:defRPr sz="5200">
                <a:solidFill>
                  <a:schemeClr val="accent1"/>
                </a:solidFill>
              </a:defRPr>
            </a:lvl6pPr>
            <a:lvl7pPr lvl="6" rtl="0">
              <a:lnSpc>
                <a:spcPct val="100000"/>
              </a:lnSpc>
              <a:spcBef>
                <a:spcPts val="0"/>
              </a:spcBef>
              <a:spcAft>
                <a:spcPts val="0"/>
              </a:spcAft>
              <a:buClr>
                <a:schemeClr val="accent1"/>
              </a:buClr>
              <a:buSzPts val="5200"/>
              <a:buNone/>
              <a:defRPr sz="5200">
                <a:solidFill>
                  <a:schemeClr val="accent1"/>
                </a:solidFill>
              </a:defRPr>
            </a:lvl7pPr>
            <a:lvl8pPr lvl="7" rtl="0">
              <a:lnSpc>
                <a:spcPct val="100000"/>
              </a:lnSpc>
              <a:spcBef>
                <a:spcPts val="0"/>
              </a:spcBef>
              <a:spcAft>
                <a:spcPts val="0"/>
              </a:spcAft>
              <a:buClr>
                <a:schemeClr val="accent1"/>
              </a:buClr>
              <a:buSzPts val="5200"/>
              <a:buNone/>
              <a:defRPr sz="5200">
                <a:solidFill>
                  <a:schemeClr val="accent1"/>
                </a:solidFill>
              </a:defRPr>
            </a:lvl8pPr>
            <a:lvl9pPr lvl="8" rtl="0">
              <a:lnSpc>
                <a:spcPct val="100000"/>
              </a:lnSpc>
              <a:spcBef>
                <a:spcPts val="0"/>
              </a:spcBef>
              <a:spcAft>
                <a:spcPts val="0"/>
              </a:spcAft>
              <a:buClr>
                <a:schemeClr val="accent1"/>
              </a:buClr>
              <a:buSzPts val="5200"/>
              <a:buNone/>
              <a:defRPr sz="5200">
                <a:solidFill>
                  <a:schemeClr val="accent1"/>
                </a:solidFill>
              </a:defRPr>
            </a:lvl9pPr>
          </a:lstStyle>
          <a:p>
            <a:endParaRPr/>
          </a:p>
        </p:txBody>
      </p:sp>
      <p:sp>
        <p:nvSpPr>
          <p:cNvPr id="29" name="Google Shape;29;p3"/>
          <p:cNvSpPr txBox="1">
            <a:spLocks noGrp="1"/>
          </p:cNvSpPr>
          <p:nvPr>
            <p:ph type="subTitle" idx="1"/>
          </p:nvPr>
        </p:nvSpPr>
        <p:spPr>
          <a:xfrm>
            <a:off x="311725" y="3019874"/>
            <a:ext cx="6089100" cy="792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accent1"/>
              </a:buClr>
              <a:buSzPts val="2800"/>
              <a:buNone/>
              <a:defRPr sz="2800">
                <a:solidFill>
                  <a:schemeClr val="accent1"/>
                </a:solidFill>
              </a:defRPr>
            </a:lvl1pPr>
            <a:lvl2pPr lvl="1" algn="ctr" rtl="0">
              <a:lnSpc>
                <a:spcPct val="100000"/>
              </a:lnSpc>
              <a:spcBef>
                <a:spcPts val="0"/>
              </a:spcBef>
              <a:spcAft>
                <a:spcPts val="0"/>
              </a:spcAft>
              <a:buClr>
                <a:schemeClr val="accent1"/>
              </a:buClr>
              <a:buSzPts val="2800"/>
              <a:buNone/>
              <a:defRPr sz="2800">
                <a:solidFill>
                  <a:schemeClr val="accent1"/>
                </a:solidFill>
              </a:defRPr>
            </a:lvl2pPr>
            <a:lvl3pPr lvl="2" algn="ctr" rtl="0">
              <a:lnSpc>
                <a:spcPct val="100000"/>
              </a:lnSpc>
              <a:spcBef>
                <a:spcPts val="0"/>
              </a:spcBef>
              <a:spcAft>
                <a:spcPts val="0"/>
              </a:spcAft>
              <a:buClr>
                <a:schemeClr val="accent1"/>
              </a:buClr>
              <a:buSzPts val="2800"/>
              <a:buNone/>
              <a:defRPr sz="2800">
                <a:solidFill>
                  <a:schemeClr val="accent1"/>
                </a:solidFill>
              </a:defRPr>
            </a:lvl3pPr>
            <a:lvl4pPr lvl="3" algn="ctr" rtl="0">
              <a:lnSpc>
                <a:spcPct val="100000"/>
              </a:lnSpc>
              <a:spcBef>
                <a:spcPts val="0"/>
              </a:spcBef>
              <a:spcAft>
                <a:spcPts val="0"/>
              </a:spcAft>
              <a:buClr>
                <a:schemeClr val="accent1"/>
              </a:buClr>
              <a:buSzPts val="2800"/>
              <a:buNone/>
              <a:defRPr sz="2800">
                <a:solidFill>
                  <a:schemeClr val="accent1"/>
                </a:solidFill>
              </a:defRPr>
            </a:lvl4pPr>
            <a:lvl5pPr lvl="4" algn="ctr" rtl="0">
              <a:lnSpc>
                <a:spcPct val="100000"/>
              </a:lnSpc>
              <a:spcBef>
                <a:spcPts val="0"/>
              </a:spcBef>
              <a:spcAft>
                <a:spcPts val="0"/>
              </a:spcAft>
              <a:buClr>
                <a:schemeClr val="accent1"/>
              </a:buClr>
              <a:buSzPts val="2800"/>
              <a:buNone/>
              <a:defRPr sz="2800">
                <a:solidFill>
                  <a:schemeClr val="accent1"/>
                </a:solidFill>
              </a:defRPr>
            </a:lvl5pPr>
            <a:lvl6pPr lvl="5" algn="ctr" rtl="0">
              <a:lnSpc>
                <a:spcPct val="100000"/>
              </a:lnSpc>
              <a:spcBef>
                <a:spcPts val="0"/>
              </a:spcBef>
              <a:spcAft>
                <a:spcPts val="0"/>
              </a:spcAft>
              <a:buClr>
                <a:schemeClr val="accent1"/>
              </a:buClr>
              <a:buSzPts val="2800"/>
              <a:buNone/>
              <a:defRPr sz="2800">
                <a:solidFill>
                  <a:schemeClr val="accent1"/>
                </a:solidFill>
              </a:defRPr>
            </a:lvl6pPr>
            <a:lvl7pPr lvl="6" algn="ctr" rtl="0">
              <a:lnSpc>
                <a:spcPct val="100000"/>
              </a:lnSpc>
              <a:spcBef>
                <a:spcPts val="0"/>
              </a:spcBef>
              <a:spcAft>
                <a:spcPts val="0"/>
              </a:spcAft>
              <a:buClr>
                <a:schemeClr val="accent1"/>
              </a:buClr>
              <a:buSzPts val="2800"/>
              <a:buNone/>
              <a:defRPr sz="2800">
                <a:solidFill>
                  <a:schemeClr val="accent1"/>
                </a:solidFill>
              </a:defRPr>
            </a:lvl7pPr>
            <a:lvl8pPr lvl="7" algn="ctr" rtl="0">
              <a:lnSpc>
                <a:spcPct val="100000"/>
              </a:lnSpc>
              <a:spcBef>
                <a:spcPts val="0"/>
              </a:spcBef>
              <a:spcAft>
                <a:spcPts val="0"/>
              </a:spcAft>
              <a:buClr>
                <a:schemeClr val="accent1"/>
              </a:buClr>
              <a:buSzPts val="2800"/>
              <a:buNone/>
              <a:defRPr sz="2800">
                <a:solidFill>
                  <a:schemeClr val="accent1"/>
                </a:solidFill>
              </a:defRPr>
            </a:lvl8pPr>
            <a:lvl9pPr lvl="8" algn="ctr" rtl="0">
              <a:lnSpc>
                <a:spcPct val="100000"/>
              </a:lnSpc>
              <a:spcBef>
                <a:spcPts val="0"/>
              </a:spcBef>
              <a:spcAft>
                <a:spcPts val="0"/>
              </a:spcAft>
              <a:buClr>
                <a:schemeClr val="accent1"/>
              </a:buClr>
              <a:buSzPts val="2800"/>
              <a:buNone/>
              <a:defRPr sz="2800">
                <a:solidFill>
                  <a:schemeClr val="accent1"/>
                </a:solidFill>
              </a:defRPr>
            </a:lvl9pPr>
          </a:lstStyle>
          <a:p>
            <a:endParaRPr/>
          </a:p>
        </p:txBody>
      </p:sp>
      <p:sp>
        <p:nvSpPr>
          <p:cNvPr id="30" name="Google Shape;30;p3"/>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1" name="Google Shape;31;p3"/>
          <p:cNvSpPr/>
          <p:nvPr/>
        </p:nvSpPr>
        <p:spPr>
          <a:xfrm>
            <a:off x="0" y="1243584"/>
            <a:ext cx="128100" cy="2568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6400750" y="2400375"/>
            <a:ext cx="2743242" cy="2743120"/>
          </a:xfrm>
          <a:custGeom>
            <a:avLst/>
            <a:gdLst/>
            <a:ahLst/>
            <a:cxnLst/>
            <a:rect l="l" t="t" r="r" b="b"/>
            <a:pathLst>
              <a:path w="73158" h="73145" extrusionOk="0">
                <a:moveTo>
                  <a:pt x="73158" y="73107"/>
                </a:moveTo>
                <a:lnTo>
                  <a:pt x="73158" y="0"/>
                </a:lnTo>
                <a:lnTo>
                  <a:pt x="0" y="73145"/>
                </a:lnTo>
                <a:close/>
              </a:path>
            </a:pathLst>
          </a:custGeom>
          <a:solidFill>
            <a:schemeClr val="accent1"/>
          </a:solidFill>
          <a:ln>
            <a:noFill/>
          </a:ln>
        </p:spPr>
      </p:sp>
      <p:sp>
        <p:nvSpPr>
          <p:cNvPr id="33" name="Google Shape;33;p3"/>
          <p:cNvSpPr txBox="1"/>
          <p:nvPr/>
        </p:nvSpPr>
        <p:spPr>
          <a:xfrm rot="-2700000">
            <a:off x="6647467" y="3651017"/>
            <a:ext cx="2757716" cy="554513"/>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65"/>
              <a:buNone/>
            </a:pPr>
            <a:r>
              <a:rPr lang="en" sz="1000" b="1">
                <a:solidFill>
                  <a:schemeClr val="lt1"/>
                </a:solidFill>
                <a:latin typeface="Assistant"/>
                <a:ea typeface="Assistant"/>
                <a:cs typeface="Assistant"/>
                <a:sym typeface="Assistant"/>
              </a:rPr>
              <a:t>We use tech to connect human potential and opportunity with dignity &amp; humility   </a:t>
            </a:r>
            <a:endParaRPr sz="1000" b="1">
              <a:solidFill>
                <a:schemeClr val="lt1"/>
              </a:solidFill>
              <a:latin typeface="Assistant"/>
              <a:ea typeface="Assistant"/>
              <a:cs typeface="Assistant"/>
              <a:sym typeface="Assistant"/>
            </a:endParaRPr>
          </a:p>
        </p:txBody>
      </p:sp>
      <p:sp>
        <p:nvSpPr>
          <p:cNvPr id="34" name="Google Shape;34;p3"/>
          <p:cNvSpPr/>
          <p:nvPr/>
        </p:nvSpPr>
        <p:spPr>
          <a:xfrm>
            <a:off x="8414775" y="4244650"/>
            <a:ext cx="418647" cy="418572"/>
          </a:xfrm>
          <a:custGeom>
            <a:avLst/>
            <a:gdLst/>
            <a:ahLst/>
            <a:cxnLst/>
            <a:rect l="l" t="t" r="r" b="b"/>
            <a:pathLst>
              <a:path w="73158" h="73145" extrusionOk="0">
                <a:moveTo>
                  <a:pt x="73158" y="73107"/>
                </a:moveTo>
                <a:lnTo>
                  <a:pt x="73158" y="0"/>
                </a:lnTo>
                <a:lnTo>
                  <a:pt x="0" y="73145"/>
                </a:lnTo>
                <a:close/>
              </a:path>
            </a:pathLst>
          </a:custGeom>
          <a:solidFill>
            <a:schemeClr val="accent4"/>
          </a:solidFill>
          <a:ln>
            <a:noFill/>
          </a:ln>
        </p:spPr>
      </p:sp>
      <p:sp>
        <p:nvSpPr>
          <p:cNvPr id="35" name="Google Shape;35;p3"/>
          <p:cNvSpPr/>
          <p:nvPr/>
        </p:nvSpPr>
        <p:spPr>
          <a:xfrm>
            <a:off x="8417710" y="342892"/>
            <a:ext cx="412800" cy="576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 name="Google Shape;36;p3"/>
          <p:cNvGrpSpPr/>
          <p:nvPr/>
        </p:nvGrpSpPr>
        <p:grpSpPr>
          <a:xfrm>
            <a:off x="311726" y="342910"/>
            <a:ext cx="2560500" cy="520800"/>
            <a:chOff x="311726" y="342910"/>
            <a:chExt cx="2560500" cy="520800"/>
          </a:xfrm>
        </p:grpSpPr>
        <p:sp>
          <p:nvSpPr>
            <p:cNvPr id="37" name="Google Shape;37;p3"/>
            <p:cNvSpPr/>
            <p:nvPr/>
          </p:nvSpPr>
          <p:spPr>
            <a:xfrm>
              <a:off x="311726" y="342910"/>
              <a:ext cx="2560500" cy="520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8" name="Google Shape;38;p3"/>
            <p:cNvPicPr preferRelativeResize="0"/>
            <p:nvPr/>
          </p:nvPicPr>
          <p:blipFill rotWithShape="1">
            <a:blip r:embed="rId2">
              <a:alphaModFix/>
            </a:blip>
            <a:srcRect l="377" r="387"/>
            <a:stretch/>
          </p:blipFill>
          <p:spPr>
            <a:xfrm>
              <a:off x="391788" y="382839"/>
              <a:ext cx="2400300" cy="441046"/>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1" type="tx">
  <p:cSld name="TITLE_AND_BODY">
    <p:spTree>
      <p:nvGrpSpPr>
        <p:cNvPr id="1" name="Shape 57"/>
        <p:cNvGrpSpPr/>
        <p:nvPr/>
      </p:nvGrpSpPr>
      <p:grpSpPr>
        <a:xfrm>
          <a:off x="0" y="0"/>
          <a:ext cx="0" cy="0"/>
          <a:chOff x="0" y="0"/>
          <a:chExt cx="0" cy="0"/>
        </a:xfrm>
      </p:grpSpPr>
      <p:sp>
        <p:nvSpPr>
          <p:cNvPr id="58" name="Google Shape;58;p7"/>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9" name="Google Shape;59;p7"/>
          <p:cNvSpPr txBox="1">
            <a:spLocks noGrp="1"/>
          </p:cNvSpPr>
          <p:nvPr>
            <p:ph type="body" idx="1"/>
          </p:nvPr>
        </p:nvSpPr>
        <p:spPr>
          <a:xfrm>
            <a:off x="311700" y="915600"/>
            <a:ext cx="8520600" cy="37476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1000"/>
              </a:spcBef>
              <a:spcAft>
                <a:spcPts val="0"/>
              </a:spcAft>
              <a:buSzPts val="1400"/>
              <a:buChar char="○"/>
              <a:defRPr/>
            </a:lvl2pPr>
            <a:lvl3pPr marL="1371600" lvl="2" indent="-317500">
              <a:spcBef>
                <a:spcPts val="1000"/>
              </a:spcBef>
              <a:spcAft>
                <a:spcPts val="0"/>
              </a:spcAft>
              <a:buSzPts val="1400"/>
              <a:buChar char="■"/>
              <a:defRPr/>
            </a:lvl3pPr>
            <a:lvl4pPr marL="1828800" lvl="3" indent="-317500">
              <a:spcBef>
                <a:spcPts val="1000"/>
              </a:spcBef>
              <a:spcAft>
                <a:spcPts val="0"/>
              </a:spcAft>
              <a:buSzPts val="1400"/>
              <a:buChar char="●"/>
              <a:defRPr/>
            </a:lvl4pPr>
            <a:lvl5pPr marL="2286000" lvl="4" indent="-317500">
              <a:spcBef>
                <a:spcPts val="1000"/>
              </a:spcBef>
              <a:spcAft>
                <a:spcPts val="0"/>
              </a:spcAft>
              <a:buSzPts val="1400"/>
              <a:buChar char="○"/>
              <a:defRPr/>
            </a:lvl5pPr>
            <a:lvl6pPr marL="2743200" lvl="5" indent="-317500">
              <a:spcBef>
                <a:spcPts val="1000"/>
              </a:spcBef>
              <a:spcAft>
                <a:spcPts val="0"/>
              </a:spcAft>
              <a:buSzPts val="1400"/>
              <a:buChar char="■"/>
              <a:defRPr/>
            </a:lvl6pPr>
            <a:lvl7pPr marL="3200400" lvl="6" indent="-317500">
              <a:spcBef>
                <a:spcPts val="1000"/>
              </a:spcBef>
              <a:spcAft>
                <a:spcPts val="0"/>
              </a:spcAft>
              <a:buSzPts val="1400"/>
              <a:buChar char="●"/>
              <a:defRPr/>
            </a:lvl7pPr>
            <a:lvl8pPr marL="3657600" lvl="7" indent="-317500">
              <a:spcBef>
                <a:spcPts val="1000"/>
              </a:spcBef>
              <a:spcAft>
                <a:spcPts val="0"/>
              </a:spcAft>
              <a:buSzPts val="1400"/>
              <a:buChar char="○"/>
              <a:defRPr/>
            </a:lvl8pPr>
            <a:lvl9pPr marL="4114800" lvl="8" indent="-317500">
              <a:spcBef>
                <a:spcPts val="1000"/>
              </a:spcBef>
              <a:spcAft>
                <a:spcPts val="1000"/>
              </a:spcAft>
              <a:buSzPts val="1400"/>
              <a:buChar char="■"/>
              <a:defRPr/>
            </a:lvl9pPr>
          </a:lstStyle>
          <a:p>
            <a:endParaRPr/>
          </a:p>
        </p:txBody>
      </p:sp>
      <p:sp>
        <p:nvSpPr>
          <p:cNvPr id="60" name="Google Shape;60;p7"/>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hree columns">
  <p:cSld name="TITLE_AND_TWO_COLUMNS_1">
    <p:spTree>
      <p:nvGrpSpPr>
        <p:cNvPr id="1" name="Shape 82"/>
        <p:cNvGrpSpPr/>
        <p:nvPr/>
      </p:nvGrpSpPr>
      <p:grpSpPr>
        <a:xfrm>
          <a:off x="0" y="0"/>
          <a:ext cx="0" cy="0"/>
          <a:chOff x="0" y="0"/>
          <a:chExt cx="0" cy="0"/>
        </a:xfrm>
      </p:grpSpPr>
      <p:sp>
        <p:nvSpPr>
          <p:cNvPr id="83" name="Google Shape;83;p11"/>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4" name="Google Shape;84;p11"/>
          <p:cNvSpPr txBox="1">
            <a:spLocks noGrp="1"/>
          </p:cNvSpPr>
          <p:nvPr>
            <p:ph type="body" idx="1"/>
          </p:nvPr>
        </p:nvSpPr>
        <p:spPr>
          <a:xfrm>
            <a:off x="311700" y="1005850"/>
            <a:ext cx="2679600" cy="3657300"/>
          </a:xfrm>
          <a:prstGeom prst="rect">
            <a:avLst/>
          </a:prstGeom>
          <a:solidFill>
            <a:schemeClr val="accent3"/>
          </a:solidFill>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1000"/>
              </a:spcBef>
              <a:spcAft>
                <a:spcPts val="0"/>
              </a:spcAft>
              <a:buSzPts val="1200"/>
              <a:buChar char="○"/>
              <a:defRPr sz="1200"/>
            </a:lvl2pPr>
            <a:lvl3pPr marL="1371600" lvl="2" indent="-304800" rtl="0">
              <a:spcBef>
                <a:spcPts val="1000"/>
              </a:spcBef>
              <a:spcAft>
                <a:spcPts val="0"/>
              </a:spcAft>
              <a:buSzPts val="1200"/>
              <a:buChar char="■"/>
              <a:defRPr sz="1200"/>
            </a:lvl3pPr>
            <a:lvl4pPr marL="1828800" lvl="3" indent="-304800" rtl="0">
              <a:spcBef>
                <a:spcPts val="1000"/>
              </a:spcBef>
              <a:spcAft>
                <a:spcPts val="0"/>
              </a:spcAft>
              <a:buSzPts val="1200"/>
              <a:buChar char="●"/>
              <a:defRPr sz="1200"/>
            </a:lvl4pPr>
            <a:lvl5pPr marL="2286000" lvl="4" indent="-304800" rtl="0">
              <a:spcBef>
                <a:spcPts val="1000"/>
              </a:spcBef>
              <a:spcAft>
                <a:spcPts val="0"/>
              </a:spcAft>
              <a:buSzPts val="1200"/>
              <a:buChar char="○"/>
              <a:defRPr sz="1200"/>
            </a:lvl5pPr>
            <a:lvl6pPr marL="2743200" lvl="5" indent="-304800" rtl="0">
              <a:spcBef>
                <a:spcPts val="1000"/>
              </a:spcBef>
              <a:spcAft>
                <a:spcPts val="0"/>
              </a:spcAft>
              <a:buSzPts val="1200"/>
              <a:buChar char="■"/>
              <a:defRPr sz="1200"/>
            </a:lvl6pPr>
            <a:lvl7pPr marL="3200400" lvl="6" indent="-304800" rtl="0">
              <a:spcBef>
                <a:spcPts val="1000"/>
              </a:spcBef>
              <a:spcAft>
                <a:spcPts val="0"/>
              </a:spcAft>
              <a:buSzPts val="1200"/>
              <a:buChar char="●"/>
              <a:defRPr sz="1200"/>
            </a:lvl7pPr>
            <a:lvl8pPr marL="3657600" lvl="7" indent="-304800" rtl="0">
              <a:spcBef>
                <a:spcPts val="1000"/>
              </a:spcBef>
              <a:spcAft>
                <a:spcPts val="0"/>
              </a:spcAft>
              <a:buSzPts val="1200"/>
              <a:buChar char="○"/>
              <a:defRPr sz="1200"/>
            </a:lvl8pPr>
            <a:lvl9pPr marL="4114800" lvl="8" indent="-304800" rtl="0">
              <a:spcBef>
                <a:spcPts val="1000"/>
              </a:spcBef>
              <a:spcAft>
                <a:spcPts val="1000"/>
              </a:spcAft>
              <a:buSzPts val="1200"/>
              <a:buChar char="■"/>
              <a:defRPr sz="1200"/>
            </a:lvl9pPr>
          </a:lstStyle>
          <a:p>
            <a:endParaRPr/>
          </a:p>
        </p:txBody>
      </p:sp>
      <p:sp>
        <p:nvSpPr>
          <p:cNvPr id="85" name="Google Shape;85;p11"/>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86" name="Google Shape;86;p11"/>
          <p:cNvSpPr txBox="1">
            <a:spLocks noGrp="1"/>
          </p:cNvSpPr>
          <p:nvPr>
            <p:ph type="body" idx="2"/>
          </p:nvPr>
        </p:nvSpPr>
        <p:spPr>
          <a:xfrm>
            <a:off x="6152700" y="1005850"/>
            <a:ext cx="2679600" cy="3657300"/>
          </a:xfrm>
          <a:prstGeom prst="rect">
            <a:avLst/>
          </a:prstGeom>
          <a:solidFill>
            <a:schemeClr val="accent3"/>
          </a:solidFill>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1000"/>
              </a:spcBef>
              <a:spcAft>
                <a:spcPts val="0"/>
              </a:spcAft>
              <a:buSzPts val="1200"/>
              <a:buChar char="○"/>
              <a:defRPr sz="1200"/>
            </a:lvl2pPr>
            <a:lvl3pPr marL="1371600" lvl="2" indent="-304800" rtl="0">
              <a:spcBef>
                <a:spcPts val="1000"/>
              </a:spcBef>
              <a:spcAft>
                <a:spcPts val="0"/>
              </a:spcAft>
              <a:buSzPts val="1200"/>
              <a:buChar char="■"/>
              <a:defRPr sz="1200"/>
            </a:lvl3pPr>
            <a:lvl4pPr marL="1828800" lvl="3" indent="-304800" rtl="0">
              <a:spcBef>
                <a:spcPts val="1000"/>
              </a:spcBef>
              <a:spcAft>
                <a:spcPts val="0"/>
              </a:spcAft>
              <a:buSzPts val="1200"/>
              <a:buChar char="●"/>
              <a:defRPr sz="1200"/>
            </a:lvl4pPr>
            <a:lvl5pPr marL="2286000" lvl="4" indent="-304800" rtl="0">
              <a:spcBef>
                <a:spcPts val="1000"/>
              </a:spcBef>
              <a:spcAft>
                <a:spcPts val="0"/>
              </a:spcAft>
              <a:buSzPts val="1200"/>
              <a:buChar char="○"/>
              <a:defRPr sz="1200"/>
            </a:lvl5pPr>
            <a:lvl6pPr marL="2743200" lvl="5" indent="-304800" rtl="0">
              <a:spcBef>
                <a:spcPts val="1000"/>
              </a:spcBef>
              <a:spcAft>
                <a:spcPts val="0"/>
              </a:spcAft>
              <a:buSzPts val="1200"/>
              <a:buChar char="■"/>
              <a:defRPr sz="1200"/>
            </a:lvl6pPr>
            <a:lvl7pPr marL="3200400" lvl="6" indent="-304800" rtl="0">
              <a:spcBef>
                <a:spcPts val="1000"/>
              </a:spcBef>
              <a:spcAft>
                <a:spcPts val="0"/>
              </a:spcAft>
              <a:buSzPts val="1200"/>
              <a:buChar char="●"/>
              <a:defRPr sz="1200"/>
            </a:lvl7pPr>
            <a:lvl8pPr marL="3657600" lvl="7" indent="-304800" rtl="0">
              <a:spcBef>
                <a:spcPts val="1000"/>
              </a:spcBef>
              <a:spcAft>
                <a:spcPts val="0"/>
              </a:spcAft>
              <a:buSzPts val="1200"/>
              <a:buChar char="○"/>
              <a:defRPr sz="1200"/>
            </a:lvl8pPr>
            <a:lvl9pPr marL="4114800" lvl="8" indent="-304800" rtl="0">
              <a:spcBef>
                <a:spcPts val="1000"/>
              </a:spcBef>
              <a:spcAft>
                <a:spcPts val="1000"/>
              </a:spcAft>
              <a:buSzPts val="1200"/>
              <a:buChar char="■"/>
              <a:defRPr sz="1200"/>
            </a:lvl9pPr>
          </a:lstStyle>
          <a:p>
            <a:endParaRPr/>
          </a:p>
        </p:txBody>
      </p:sp>
      <p:sp>
        <p:nvSpPr>
          <p:cNvPr id="87" name="Google Shape;87;p11"/>
          <p:cNvSpPr txBox="1">
            <a:spLocks noGrp="1"/>
          </p:cNvSpPr>
          <p:nvPr>
            <p:ph type="body" idx="3"/>
          </p:nvPr>
        </p:nvSpPr>
        <p:spPr>
          <a:xfrm>
            <a:off x="3232200" y="1005850"/>
            <a:ext cx="2679600" cy="3657300"/>
          </a:xfrm>
          <a:prstGeom prst="rect">
            <a:avLst/>
          </a:prstGeom>
          <a:solidFill>
            <a:schemeClr val="accent3"/>
          </a:solidFill>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1000"/>
              </a:spcBef>
              <a:spcAft>
                <a:spcPts val="0"/>
              </a:spcAft>
              <a:buSzPts val="1200"/>
              <a:buChar char="○"/>
              <a:defRPr sz="1200"/>
            </a:lvl2pPr>
            <a:lvl3pPr marL="1371600" lvl="2" indent="-304800" rtl="0">
              <a:spcBef>
                <a:spcPts val="1000"/>
              </a:spcBef>
              <a:spcAft>
                <a:spcPts val="0"/>
              </a:spcAft>
              <a:buSzPts val="1200"/>
              <a:buChar char="■"/>
              <a:defRPr sz="1200"/>
            </a:lvl3pPr>
            <a:lvl4pPr marL="1828800" lvl="3" indent="-304800" rtl="0">
              <a:spcBef>
                <a:spcPts val="1000"/>
              </a:spcBef>
              <a:spcAft>
                <a:spcPts val="0"/>
              </a:spcAft>
              <a:buSzPts val="1200"/>
              <a:buChar char="●"/>
              <a:defRPr sz="1200"/>
            </a:lvl4pPr>
            <a:lvl5pPr marL="2286000" lvl="4" indent="-304800" rtl="0">
              <a:spcBef>
                <a:spcPts val="1000"/>
              </a:spcBef>
              <a:spcAft>
                <a:spcPts val="0"/>
              </a:spcAft>
              <a:buSzPts val="1200"/>
              <a:buChar char="○"/>
              <a:defRPr sz="1200"/>
            </a:lvl5pPr>
            <a:lvl6pPr marL="2743200" lvl="5" indent="-304800" rtl="0">
              <a:spcBef>
                <a:spcPts val="1000"/>
              </a:spcBef>
              <a:spcAft>
                <a:spcPts val="0"/>
              </a:spcAft>
              <a:buSzPts val="1200"/>
              <a:buChar char="■"/>
              <a:defRPr sz="1200"/>
            </a:lvl6pPr>
            <a:lvl7pPr marL="3200400" lvl="6" indent="-304800" rtl="0">
              <a:spcBef>
                <a:spcPts val="1000"/>
              </a:spcBef>
              <a:spcAft>
                <a:spcPts val="0"/>
              </a:spcAft>
              <a:buSzPts val="1200"/>
              <a:buChar char="●"/>
              <a:defRPr sz="1200"/>
            </a:lvl7pPr>
            <a:lvl8pPr marL="3657600" lvl="7" indent="-304800" rtl="0">
              <a:spcBef>
                <a:spcPts val="1000"/>
              </a:spcBef>
              <a:spcAft>
                <a:spcPts val="0"/>
              </a:spcAft>
              <a:buSzPts val="1200"/>
              <a:buChar char="○"/>
              <a:defRPr sz="1200"/>
            </a:lvl8pPr>
            <a:lvl9pPr marL="4114800" lvl="8" indent="-304800" rtl="0">
              <a:spcBef>
                <a:spcPts val="1000"/>
              </a:spcBef>
              <a:spcAft>
                <a:spcPts val="1000"/>
              </a:spcAft>
              <a:buSzPts val="1200"/>
              <a:buChar char="■"/>
              <a:defRPr sz="12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hanks and contact">
  <p:cSld name="MAIN_POINT_1">
    <p:spTree>
      <p:nvGrpSpPr>
        <p:cNvPr id="1" name="Shape 98"/>
        <p:cNvGrpSpPr/>
        <p:nvPr/>
      </p:nvGrpSpPr>
      <p:grpSpPr>
        <a:xfrm>
          <a:off x="0" y="0"/>
          <a:ext cx="0" cy="0"/>
          <a:chOff x="0" y="0"/>
          <a:chExt cx="0" cy="0"/>
        </a:xfrm>
      </p:grpSpPr>
      <p:sp>
        <p:nvSpPr>
          <p:cNvPr id="99" name="Google Shape;99;p15"/>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grpSp>
        <p:nvGrpSpPr>
          <p:cNvPr id="100" name="Google Shape;100;p15"/>
          <p:cNvGrpSpPr/>
          <p:nvPr/>
        </p:nvGrpSpPr>
        <p:grpSpPr>
          <a:xfrm rot="2700000">
            <a:off x="585683" y="481417"/>
            <a:ext cx="694882" cy="564848"/>
            <a:chOff x="919500" y="1916075"/>
            <a:chExt cx="1067700" cy="867900"/>
          </a:xfrm>
        </p:grpSpPr>
        <p:sp>
          <p:nvSpPr>
            <p:cNvPr id="101" name="Google Shape;101;p15"/>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5"/>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 name="Google Shape;103;p15"/>
          <p:cNvGrpSpPr/>
          <p:nvPr/>
        </p:nvGrpSpPr>
        <p:grpSpPr>
          <a:xfrm rot="8100000">
            <a:off x="7746888" y="3437645"/>
            <a:ext cx="912919" cy="742084"/>
            <a:chOff x="521400" y="3135325"/>
            <a:chExt cx="1067700" cy="867900"/>
          </a:xfrm>
        </p:grpSpPr>
        <p:sp>
          <p:nvSpPr>
            <p:cNvPr id="104" name="Google Shape;104;p15"/>
            <p:cNvSpPr/>
            <p:nvPr/>
          </p:nvSpPr>
          <p:spPr>
            <a:xfrm>
              <a:off x="521400" y="3211525"/>
              <a:ext cx="915300" cy="79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5"/>
            <p:cNvSpPr/>
            <p:nvPr/>
          </p:nvSpPr>
          <p:spPr>
            <a:xfrm>
              <a:off x="673800" y="313532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 name="Google Shape;106;p15"/>
          <p:cNvSpPr txBox="1">
            <a:spLocks noGrp="1"/>
          </p:cNvSpPr>
          <p:nvPr>
            <p:ph type="title"/>
          </p:nvPr>
        </p:nvSpPr>
        <p:spPr>
          <a:xfrm>
            <a:off x="311700" y="342900"/>
            <a:ext cx="8100000" cy="2094000"/>
          </a:xfrm>
          <a:prstGeom prst="rect">
            <a:avLst/>
          </a:prstGeom>
        </p:spPr>
        <p:txBody>
          <a:bodyPr spcFirstLastPara="1" wrap="square" lIns="91425" tIns="91425" rIns="91425" bIns="91425" anchor="b" anchorCtr="0">
            <a:normAutofit/>
          </a:bodyPr>
          <a:lstStyle>
            <a:lvl1pPr lvl="0" rtl="0">
              <a:spcBef>
                <a:spcPts val="0"/>
              </a:spcBef>
              <a:spcAft>
                <a:spcPts val="0"/>
              </a:spcAft>
              <a:buClr>
                <a:schemeClr val="accent1"/>
              </a:buClr>
              <a:buSzPts val="4800"/>
              <a:buNone/>
              <a:defRPr sz="4800">
                <a:solidFill>
                  <a:schemeClr val="accent1"/>
                </a:solidFill>
              </a:defRPr>
            </a:lvl1pPr>
            <a:lvl2pPr lvl="1"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2pPr>
            <a:lvl3pPr lvl="2"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3pPr>
            <a:lvl4pPr lvl="3"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4pPr>
            <a:lvl5pPr lvl="4"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5pPr>
            <a:lvl6pPr lvl="5"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6pPr>
            <a:lvl7pPr lvl="6"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7pPr>
            <a:lvl8pPr lvl="7"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8pPr>
            <a:lvl9pPr lvl="8"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spcBef>
                <a:spcPts val="0"/>
              </a:spcBef>
              <a:spcAft>
                <a:spcPts val="0"/>
              </a:spcAft>
              <a:buClr>
                <a:schemeClr val="dk1"/>
              </a:buClr>
              <a:buSzPts val="2800"/>
              <a:buFont typeface="Assistant"/>
              <a:buNone/>
              <a:defRPr sz="2800" b="1">
                <a:solidFill>
                  <a:schemeClr val="dk1"/>
                </a:solidFill>
                <a:latin typeface="Assistant"/>
                <a:ea typeface="Assistant"/>
                <a:cs typeface="Assistant"/>
                <a:sym typeface="Assistant"/>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915600"/>
            <a:ext cx="8520600" cy="37476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Assistant"/>
              <a:buChar char="●"/>
              <a:defRPr sz="1800">
                <a:solidFill>
                  <a:schemeClr val="dk1"/>
                </a:solidFill>
                <a:latin typeface="Assistant"/>
                <a:ea typeface="Assistant"/>
                <a:cs typeface="Assistant"/>
                <a:sym typeface="Assistant"/>
              </a:defRPr>
            </a:lvl1pPr>
            <a:lvl2pPr marL="914400" lvl="1"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2pPr>
            <a:lvl3pPr marL="1371600" lvl="2"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3pPr>
            <a:lvl4pPr marL="1828800" lvl="3"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4pPr>
            <a:lvl5pPr marL="2286000" lvl="4"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5pPr>
            <a:lvl6pPr marL="2743200" lvl="5"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6pPr>
            <a:lvl7pPr marL="3200400" lvl="6"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7pPr>
            <a:lvl8pPr marL="3657600" lvl="7"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8pPr>
            <a:lvl9pPr marL="4114800" lvl="8" indent="-317500">
              <a:lnSpc>
                <a:spcPct val="115000"/>
              </a:lnSpc>
              <a:spcBef>
                <a:spcPts val="1000"/>
              </a:spcBef>
              <a:spcAft>
                <a:spcPts val="1000"/>
              </a:spcAft>
              <a:buClr>
                <a:schemeClr val="dk1"/>
              </a:buClr>
              <a:buSzPts val="1400"/>
              <a:buFont typeface="Assistant"/>
              <a:buChar char="■"/>
              <a:defRPr>
                <a:solidFill>
                  <a:schemeClr val="dk1"/>
                </a:solidFill>
                <a:latin typeface="Assistant"/>
                <a:ea typeface="Assistant"/>
                <a:cs typeface="Assistant"/>
                <a:sym typeface="Assistant"/>
              </a:defRPr>
            </a:lvl9pPr>
          </a:lstStyle>
          <a:p>
            <a:endParaRPr/>
          </a:p>
        </p:txBody>
      </p:sp>
      <p:sp>
        <p:nvSpPr>
          <p:cNvPr id="8" name="Google Shape;8;p1"/>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lvl="0" algn="r">
              <a:buNone/>
              <a:defRPr sz="800">
                <a:solidFill>
                  <a:schemeClr val="dk2"/>
                </a:solidFill>
                <a:latin typeface="Assistant"/>
                <a:ea typeface="Assistant"/>
                <a:cs typeface="Assistant"/>
                <a:sym typeface="Assistant"/>
              </a:defRPr>
            </a:lvl1pPr>
            <a:lvl2pPr lvl="1" algn="r">
              <a:buNone/>
              <a:defRPr sz="800">
                <a:solidFill>
                  <a:schemeClr val="dk2"/>
                </a:solidFill>
                <a:latin typeface="Assistant"/>
                <a:ea typeface="Assistant"/>
                <a:cs typeface="Assistant"/>
                <a:sym typeface="Assistant"/>
              </a:defRPr>
            </a:lvl2pPr>
            <a:lvl3pPr lvl="2" algn="r">
              <a:buNone/>
              <a:defRPr sz="800">
                <a:solidFill>
                  <a:schemeClr val="dk2"/>
                </a:solidFill>
                <a:latin typeface="Assistant"/>
                <a:ea typeface="Assistant"/>
                <a:cs typeface="Assistant"/>
                <a:sym typeface="Assistant"/>
              </a:defRPr>
            </a:lvl3pPr>
            <a:lvl4pPr lvl="3" algn="r">
              <a:buNone/>
              <a:defRPr sz="800">
                <a:solidFill>
                  <a:schemeClr val="dk2"/>
                </a:solidFill>
                <a:latin typeface="Assistant"/>
                <a:ea typeface="Assistant"/>
                <a:cs typeface="Assistant"/>
                <a:sym typeface="Assistant"/>
              </a:defRPr>
            </a:lvl4pPr>
            <a:lvl5pPr lvl="4" algn="r">
              <a:buNone/>
              <a:defRPr sz="800">
                <a:solidFill>
                  <a:schemeClr val="dk2"/>
                </a:solidFill>
                <a:latin typeface="Assistant"/>
                <a:ea typeface="Assistant"/>
                <a:cs typeface="Assistant"/>
                <a:sym typeface="Assistant"/>
              </a:defRPr>
            </a:lvl5pPr>
            <a:lvl6pPr lvl="5" algn="r">
              <a:buNone/>
              <a:defRPr sz="800">
                <a:solidFill>
                  <a:schemeClr val="dk2"/>
                </a:solidFill>
                <a:latin typeface="Assistant"/>
                <a:ea typeface="Assistant"/>
                <a:cs typeface="Assistant"/>
                <a:sym typeface="Assistant"/>
              </a:defRPr>
            </a:lvl6pPr>
            <a:lvl7pPr lvl="6" algn="r">
              <a:buNone/>
              <a:defRPr sz="800">
                <a:solidFill>
                  <a:schemeClr val="dk2"/>
                </a:solidFill>
                <a:latin typeface="Assistant"/>
                <a:ea typeface="Assistant"/>
                <a:cs typeface="Assistant"/>
                <a:sym typeface="Assistant"/>
              </a:defRPr>
            </a:lvl7pPr>
            <a:lvl8pPr lvl="7" algn="r">
              <a:buNone/>
              <a:defRPr sz="800">
                <a:solidFill>
                  <a:schemeClr val="dk2"/>
                </a:solidFill>
                <a:latin typeface="Assistant"/>
                <a:ea typeface="Assistant"/>
                <a:cs typeface="Assistant"/>
                <a:sym typeface="Assistant"/>
              </a:defRPr>
            </a:lvl8pPr>
            <a:lvl9pPr lvl="8" algn="r">
              <a:buNone/>
              <a:defRPr sz="800">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grpSp>
        <p:nvGrpSpPr>
          <p:cNvPr id="9" name="Google Shape;9;p1"/>
          <p:cNvGrpSpPr/>
          <p:nvPr/>
        </p:nvGrpSpPr>
        <p:grpSpPr>
          <a:xfrm>
            <a:off x="8458848" y="343116"/>
            <a:ext cx="381224" cy="576102"/>
            <a:chOff x="8458848" y="343116"/>
            <a:chExt cx="381224" cy="576102"/>
          </a:xfrm>
        </p:grpSpPr>
        <p:sp>
          <p:nvSpPr>
            <p:cNvPr id="10" name="Google Shape;10;p1"/>
            <p:cNvSpPr/>
            <p:nvPr/>
          </p:nvSpPr>
          <p:spPr>
            <a:xfrm>
              <a:off x="8458848" y="343116"/>
              <a:ext cx="381224" cy="576102"/>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 name="Google Shape;11;p1"/>
            <p:cNvPicPr preferRelativeResize="0"/>
            <p:nvPr/>
          </p:nvPicPr>
          <p:blipFill rotWithShape="1">
            <a:blip r:embed="rId6">
              <a:alphaModFix/>
            </a:blip>
            <a:srcRect l="80" r="80"/>
            <a:stretch/>
          </p:blipFill>
          <p:spPr>
            <a:xfrm>
              <a:off x="8480104" y="384425"/>
              <a:ext cx="338711" cy="497406"/>
            </a:xfrm>
            <a:prstGeom prst="rect">
              <a:avLst/>
            </a:prstGeom>
            <a:noFill/>
            <a:ln>
              <a:noFill/>
            </a:ln>
          </p:spPr>
        </p:pic>
      </p:grpSp>
    </p:spTree>
  </p:cSld>
  <p:clrMap bg1="lt1" tx1="dk1" bg2="dk2" tx2="lt2" accent1="accent1" accent2="accent2" accent3="accent3" accent4="accent4" accent5="accent5" accent6="accent6" hlink="hlink" folHlink="folHlink"/>
  <p:sldLayoutIdLst>
    <p:sldLayoutId id="2147483649" r:id="rId1"/>
    <p:sldLayoutId id="2147483653" r:id="rId2"/>
    <p:sldLayoutId id="2147483657" r:id="rId3"/>
    <p:sldLayoutId id="2147483661"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96">
          <p15:clr>
            <a:srgbClr val="EA4335"/>
          </p15:clr>
        </p15:guide>
        <p15:guide id="2" pos="5564">
          <p15:clr>
            <a:srgbClr val="EA4335"/>
          </p15:clr>
        </p15:guide>
        <p15:guide id="3" orient="horz" pos="216">
          <p15:clr>
            <a:srgbClr val="EA4335"/>
          </p15:clr>
        </p15:guide>
        <p15:guide id="4" orient="horz" pos="2937">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microsoft.com/office/2007/relationships/hdphoto" Target="../media/hdphoto1.wdp"/><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37"/>
          <p:cNvSpPr txBox="1">
            <a:spLocks noGrp="1"/>
          </p:cNvSpPr>
          <p:nvPr>
            <p:ph type="ctrTitle"/>
          </p:nvPr>
        </p:nvSpPr>
        <p:spPr>
          <a:xfrm>
            <a:off x="311725" y="1243584"/>
            <a:ext cx="6553770" cy="1776300"/>
          </a:xfrm>
          <a:prstGeom prst="rect">
            <a:avLst/>
          </a:prstGeom>
        </p:spPr>
        <p:txBody>
          <a:bodyPr spcFirstLastPara="1" wrap="square" lIns="91425" tIns="91425" rIns="91425" bIns="91425" anchor="b" anchorCtr="0">
            <a:normAutofit fontScale="90000"/>
          </a:bodyPr>
          <a:lstStyle/>
          <a:p>
            <a:r>
              <a:rPr lang="en-US" dirty="0"/>
              <a:t>Accelerating Chip Layout Design using ML</a:t>
            </a:r>
            <a:endParaRPr lang="en-US" b="0" dirty="0"/>
          </a:p>
        </p:txBody>
      </p:sp>
      <p:sp>
        <p:nvSpPr>
          <p:cNvPr id="405" name="Google Shape;405;p37"/>
          <p:cNvSpPr txBox="1">
            <a:spLocks noGrp="1"/>
          </p:cNvSpPr>
          <p:nvPr>
            <p:ph type="subTitle" idx="1"/>
          </p:nvPr>
        </p:nvSpPr>
        <p:spPr>
          <a:xfrm>
            <a:off x="311725" y="3019874"/>
            <a:ext cx="6089100" cy="792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dirty="0"/>
              <a:t>Predicting Area, Power, and Wire Length</a:t>
            </a:r>
            <a:endParaRPr dirty="0"/>
          </a:p>
        </p:txBody>
      </p:sp>
      <p:sp>
        <p:nvSpPr>
          <p:cNvPr id="406" name="Google Shape;406;p37"/>
          <p:cNvSpPr txBox="1"/>
          <p:nvPr/>
        </p:nvSpPr>
        <p:spPr>
          <a:xfrm>
            <a:off x="311700" y="4099375"/>
            <a:ext cx="2953800" cy="563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865"/>
              <a:buNone/>
            </a:pPr>
            <a:r>
              <a:rPr lang="en" sz="1000" b="1" dirty="0">
                <a:solidFill>
                  <a:schemeClr val="dk1"/>
                </a:solidFill>
                <a:latin typeface="Assistant"/>
                <a:ea typeface="Assistant"/>
                <a:cs typeface="Assistant"/>
                <a:sym typeface="Assistant"/>
              </a:rPr>
              <a:t>Name Jayesh Parab</a:t>
            </a:r>
            <a:endParaRPr sz="1000" b="1" dirty="0">
              <a:solidFill>
                <a:schemeClr val="dk1"/>
              </a:solidFill>
              <a:latin typeface="Assistant"/>
              <a:ea typeface="Assistant"/>
              <a:cs typeface="Assistant"/>
              <a:sym typeface="Assistant"/>
            </a:endParaRPr>
          </a:p>
        </p:txBody>
      </p:sp>
      <p:sp>
        <p:nvSpPr>
          <p:cNvPr id="407" name="Google Shape;407;p37"/>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41"/>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b="1" dirty="0">
                <a:latin typeface="Assistant"/>
                <a:ea typeface="Assistant"/>
                <a:cs typeface="Assistant"/>
                <a:sym typeface="Assistant"/>
              </a:rPr>
              <a:t>Contents:</a:t>
            </a:r>
            <a:endParaRPr b="1" dirty="0">
              <a:latin typeface="Assistant"/>
              <a:ea typeface="Assistant"/>
              <a:cs typeface="Assistant"/>
              <a:sym typeface="Assistant"/>
            </a:endParaRPr>
          </a:p>
        </p:txBody>
      </p:sp>
      <p:sp>
        <p:nvSpPr>
          <p:cNvPr id="433" name="Google Shape;433;p41"/>
          <p:cNvSpPr txBox="1">
            <a:spLocks noGrp="1"/>
          </p:cNvSpPr>
          <p:nvPr>
            <p:ph type="body" idx="1"/>
          </p:nvPr>
        </p:nvSpPr>
        <p:spPr>
          <a:xfrm>
            <a:off x="311700" y="915600"/>
            <a:ext cx="8520600" cy="3747600"/>
          </a:xfrm>
          <a:prstGeom prst="rect">
            <a:avLst/>
          </a:prstGeom>
        </p:spPr>
        <p:txBody>
          <a:bodyPr spcFirstLastPara="1" wrap="square" lIns="91425" tIns="91425" rIns="91425" bIns="91425" anchor="t" anchorCtr="0">
            <a:normAutofit/>
          </a:bodyPr>
          <a:lstStyle/>
          <a:p>
            <a:pPr marL="457200" lvl="0" indent="-342900" algn="l" rtl="0">
              <a:spcBef>
                <a:spcPts val="1000"/>
              </a:spcBef>
              <a:spcAft>
                <a:spcPts val="0"/>
              </a:spcAft>
              <a:buSzPts val="1800"/>
              <a:buChar char="●"/>
            </a:pPr>
            <a:r>
              <a:rPr lang="en-US" dirty="0"/>
              <a:t>Introduction</a:t>
            </a:r>
            <a:endParaRPr dirty="0"/>
          </a:p>
          <a:p>
            <a:pPr marL="457200" lvl="0" indent="-342900" algn="l" rtl="0">
              <a:spcBef>
                <a:spcPts val="1000"/>
              </a:spcBef>
              <a:spcAft>
                <a:spcPts val="0"/>
              </a:spcAft>
              <a:buSzPts val="1800"/>
              <a:buChar char="●"/>
            </a:pPr>
            <a:r>
              <a:rPr lang="en-US" dirty="0"/>
              <a:t>Problem Statement</a:t>
            </a:r>
            <a:endParaRPr dirty="0"/>
          </a:p>
          <a:p>
            <a:pPr marL="457200" lvl="0" indent="-342900" algn="l" rtl="0">
              <a:spcBef>
                <a:spcPts val="1000"/>
              </a:spcBef>
              <a:spcAft>
                <a:spcPts val="0"/>
              </a:spcAft>
              <a:buSzPts val="1800"/>
              <a:buChar char="●"/>
            </a:pPr>
            <a:r>
              <a:rPr lang="en" dirty="0"/>
              <a:t>Solution</a:t>
            </a:r>
            <a:endParaRPr dirty="0"/>
          </a:p>
          <a:p>
            <a:pPr marL="457200" lvl="0" indent="-342900" algn="l" rtl="0">
              <a:spcBef>
                <a:spcPts val="1000"/>
              </a:spcBef>
              <a:spcAft>
                <a:spcPts val="1000"/>
              </a:spcAft>
              <a:buSzPts val="1800"/>
              <a:buChar char="●"/>
            </a:pPr>
            <a:r>
              <a:rPr lang="en" dirty="0"/>
              <a:t>Data Collection and cleaning</a:t>
            </a:r>
          </a:p>
          <a:p>
            <a:pPr marL="457200" lvl="0" indent="-342900" algn="l" rtl="0">
              <a:spcBef>
                <a:spcPts val="1000"/>
              </a:spcBef>
              <a:spcAft>
                <a:spcPts val="1000"/>
              </a:spcAft>
              <a:buSzPts val="1800"/>
              <a:buChar char="●"/>
            </a:pPr>
            <a:r>
              <a:rPr lang="en" dirty="0"/>
              <a:t>Data Visualization</a:t>
            </a:r>
          </a:p>
          <a:p>
            <a:pPr marL="457200" lvl="0" indent="-342900" algn="l" rtl="0">
              <a:spcBef>
                <a:spcPts val="1000"/>
              </a:spcBef>
              <a:spcAft>
                <a:spcPts val="1000"/>
              </a:spcAft>
              <a:buSzPts val="1800"/>
              <a:buChar char="●"/>
            </a:pPr>
            <a:r>
              <a:rPr lang="en" dirty="0"/>
              <a:t>Model Selection</a:t>
            </a:r>
          </a:p>
          <a:p>
            <a:pPr marL="457200" lvl="0" indent="-342900" algn="l" rtl="0">
              <a:spcBef>
                <a:spcPts val="1000"/>
              </a:spcBef>
              <a:spcAft>
                <a:spcPts val="1000"/>
              </a:spcAft>
              <a:buSzPts val="1800"/>
              <a:buChar char="●"/>
            </a:pPr>
            <a:endParaRPr dirty="0"/>
          </a:p>
        </p:txBody>
      </p:sp>
      <p:sp>
        <p:nvSpPr>
          <p:cNvPr id="434" name="Google Shape;434;p41"/>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2</a:t>
            </a:fld>
            <a:endParaRPr/>
          </a:p>
        </p:txBody>
      </p:sp>
      <p:grpSp>
        <p:nvGrpSpPr>
          <p:cNvPr id="435" name="Google Shape;435;p41"/>
          <p:cNvGrpSpPr/>
          <p:nvPr/>
        </p:nvGrpSpPr>
        <p:grpSpPr>
          <a:xfrm rot="2700000">
            <a:off x="7815861" y="3738066"/>
            <a:ext cx="1067690" cy="867892"/>
            <a:chOff x="919500" y="1916075"/>
            <a:chExt cx="1067700" cy="867900"/>
          </a:xfrm>
        </p:grpSpPr>
        <p:sp>
          <p:nvSpPr>
            <p:cNvPr id="436" name="Google Shape;436;p41"/>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41"/>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8" name="Google Shape;438;p41"/>
          <p:cNvGrpSpPr/>
          <p:nvPr/>
        </p:nvGrpSpPr>
        <p:grpSpPr>
          <a:xfrm rot="8100353">
            <a:off x="5197435" y="1802119"/>
            <a:ext cx="734820" cy="597312"/>
            <a:chOff x="521400" y="3135325"/>
            <a:chExt cx="1067700" cy="867900"/>
          </a:xfrm>
        </p:grpSpPr>
        <p:sp>
          <p:nvSpPr>
            <p:cNvPr id="439" name="Google Shape;439;p41"/>
            <p:cNvSpPr/>
            <p:nvPr/>
          </p:nvSpPr>
          <p:spPr>
            <a:xfrm>
              <a:off x="521400" y="3211525"/>
              <a:ext cx="915300" cy="79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41"/>
            <p:cNvSpPr/>
            <p:nvPr/>
          </p:nvSpPr>
          <p:spPr>
            <a:xfrm>
              <a:off x="673800" y="313532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43"/>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dirty="0"/>
              <a:t>Introduction</a:t>
            </a:r>
            <a:endParaRPr dirty="0"/>
          </a:p>
        </p:txBody>
      </p:sp>
      <p:sp>
        <p:nvSpPr>
          <p:cNvPr id="459" name="Google Shape;459;p43"/>
          <p:cNvSpPr txBox="1">
            <a:spLocks noGrp="1"/>
          </p:cNvSpPr>
          <p:nvPr>
            <p:ph type="body" idx="1"/>
          </p:nvPr>
        </p:nvSpPr>
        <p:spPr>
          <a:xfrm>
            <a:off x="311700" y="915600"/>
            <a:ext cx="7145907" cy="3747600"/>
          </a:xfrm>
          <a:prstGeom prst="rect">
            <a:avLst/>
          </a:prstGeom>
        </p:spPr>
        <p:txBody>
          <a:bodyPr spcFirstLastPara="1" wrap="square" lIns="91425" tIns="91425" rIns="91425" bIns="91425" anchor="t" anchorCtr="0">
            <a:normAutofit/>
          </a:bodyPr>
          <a:lstStyle/>
          <a:p>
            <a:pPr marL="0" lvl="0" indent="0" algn="just">
              <a:buNone/>
            </a:pPr>
            <a:r>
              <a:rPr lang="en-US" dirty="0"/>
              <a:t>Designing microchips (like those from Intel or NVIDIA) begins as code, which must be painstakingly translated into a physical blueprint of billions of transistors and wires a stage known as physical design. Because engineers must constantly tweak this blueprint to prevent overheating and power drain, the process becomes a massive, time-consuming game of trial and error. To solve this bottleneck, I developed a Machine Learning model that instantly predicts critical performance parameters, eliminating weeks of guesswork and drastically speeding up the journey from code to silicon.</a:t>
            </a:r>
            <a:endParaRPr dirty="0"/>
          </a:p>
        </p:txBody>
      </p:sp>
      <p:sp>
        <p:nvSpPr>
          <p:cNvPr id="460" name="Google Shape;460;p43"/>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3</a:t>
            </a:fld>
            <a:endParaRPr/>
          </a:p>
        </p:txBody>
      </p:sp>
      <p:grpSp>
        <p:nvGrpSpPr>
          <p:cNvPr id="461" name="Google Shape;461;p43"/>
          <p:cNvGrpSpPr/>
          <p:nvPr/>
        </p:nvGrpSpPr>
        <p:grpSpPr>
          <a:xfrm rot="2699785">
            <a:off x="482122" y="4029609"/>
            <a:ext cx="1208946" cy="982653"/>
            <a:chOff x="2318413" y="2452450"/>
            <a:chExt cx="1067700" cy="867900"/>
          </a:xfrm>
        </p:grpSpPr>
        <p:sp>
          <p:nvSpPr>
            <p:cNvPr id="462" name="Google Shape;462;p43"/>
            <p:cNvSpPr/>
            <p:nvPr/>
          </p:nvSpPr>
          <p:spPr>
            <a:xfrm>
              <a:off x="2318413" y="2528650"/>
              <a:ext cx="915300" cy="791700"/>
            </a:xfrm>
            <a:prstGeom prst="triangle">
              <a:avLst>
                <a:gd name="adj" fmla="val 50000"/>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43"/>
            <p:cNvSpPr/>
            <p:nvPr/>
          </p:nvSpPr>
          <p:spPr>
            <a:xfrm>
              <a:off x="2470813" y="2452450"/>
              <a:ext cx="915300" cy="791700"/>
            </a:xfrm>
            <a:prstGeom prst="triangle">
              <a:avLst>
                <a:gd name="adj" fmla="val 5000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64" name="Google Shape;464;p43"/>
          <p:cNvPicPr preferRelativeResize="0"/>
          <p:nvPr/>
        </p:nvPicPr>
        <p:blipFill>
          <a:blip r:embed="rId3">
            <a:alphaModFix/>
          </a:blip>
          <a:stretch>
            <a:fillRect/>
          </a:stretch>
        </p:blipFill>
        <p:spPr>
          <a:xfrm>
            <a:off x="7747370" y="1972579"/>
            <a:ext cx="1084950" cy="1135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42"/>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US" b="1" dirty="0">
                <a:latin typeface="Assistant"/>
                <a:ea typeface="Assistant"/>
                <a:cs typeface="Assistant"/>
                <a:sym typeface="Assistant"/>
              </a:rPr>
              <a:t>Problem:</a:t>
            </a:r>
            <a:endParaRPr b="1" dirty="0">
              <a:latin typeface="Assistant"/>
              <a:ea typeface="Assistant"/>
              <a:cs typeface="Assistant"/>
              <a:sym typeface="Assistant"/>
            </a:endParaRPr>
          </a:p>
        </p:txBody>
      </p:sp>
      <p:sp>
        <p:nvSpPr>
          <p:cNvPr id="447" name="Google Shape;447;p42"/>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4</a:t>
            </a:fld>
            <a:endParaRPr/>
          </a:p>
        </p:txBody>
      </p:sp>
      <p:grpSp>
        <p:nvGrpSpPr>
          <p:cNvPr id="448" name="Google Shape;448;p42"/>
          <p:cNvGrpSpPr/>
          <p:nvPr/>
        </p:nvGrpSpPr>
        <p:grpSpPr>
          <a:xfrm>
            <a:off x="311661" y="3944677"/>
            <a:ext cx="718488" cy="718488"/>
            <a:chOff x="3717325" y="2137000"/>
            <a:chExt cx="1104178" cy="1104176"/>
          </a:xfrm>
        </p:grpSpPr>
        <p:sp>
          <p:nvSpPr>
            <p:cNvPr id="449" name="Google Shape;449;p42"/>
            <p:cNvSpPr/>
            <p:nvPr/>
          </p:nvSpPr>
          <p:spPr>
            <a:xfrm>
              <a:off x="3717325" y="2238576"/>
              <a:ext cx="1002600" cy="1002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2"/>
            <p:cNvSpPr/>
            <p:nvPr/>
          </p:nvSpPr>
          <p:spPr>
            <a:xfrm>
              <a:off x="3818903" y="2137000"/>
              <a:ext cx="1002600" cy="1002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42"/>
          <p:cNvGrpSpPr/>
          <p:nvPr/>
        </p:nvGrpSpPr>
        <p:grpSpPr>
          <a:xfrm rot="10800000">
            <a:off x="7728135" y="3664403"/>
            <a:ext cx="1104178" cy="1104176"/>
            <a:chOff x="4185575" y="3320360"/>
            <a:chExt cx="1104178" cy="1104176"/>
          </a:xfrm>
        </p:grpSpPr>
        <p:sp>
          <p:nvSpPr>
            <p:cNvPr id="452" name="Google Shape;452;p42"/>
            <p:cNvSpPr/>
            <p:nvPr/>
          </p:nvSpPr>
          <p:spPr>
            <a:xfrm>
              <a:off x="4185575" y="3421936"/>
              <a:ext cx="1002600" cy="1002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42"/>
            <p:cNvSpPr/>
            <p:nvPr/>
          </p:nvSpPr>
          <p:spPr>
            <a:xfrm>
              <a:off x="4287153" y="3320360"/>
              <a:ext cx="1002600" cy="1002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 name="Picture 4">
            <a:extLst>
              <a:ext uri="{FF2B5EF4-FFF2-40B4-BE49-F238E27FC236}">
                <a16:creationId xmlns:a16="http://schemas.microsoft.com/office/drawing/2014/main" id="{DA3E83AE-52EA-DB1A-DD33-B03F95AB6AC9}"/>
              </a:ext>
            </a:extLst>
          </p:cNvPr>
          <p:cNvPicPr>
            <a:picLocks noChangeAspect="1"/>
          </p:cNvPicPr>
          <p:nvPr/>
        </p:nvPicPr>
        <p:blipFill>
          <a:blip r:embed="rId3"/>
          <a:stretch>
            <a:fillRect/>
          </a:stretch>
        </p:blipFill>
        <p:spPr>
          <a:xfrm>
            <a:off x="964052" y="1017176"/>
            <a:ext cx="1978639" cy="1080136"/>
          </a:xfrm>
          <a:prstGeom prst="rect">
            <a:avLst/>
          </a:prstGeom>
        </p:spPr>
      </p:pic>
      <p:pic>
        <p:nvPicPr>
          <p:cNvPr id="7" name="Picture 6">
            <a:extLst>
              <a:ext uri="{FF2B5EF4-FFF2-40B4-BE49-F238E27FC236}">
                <a16:creationId xmlns:a16="http://schemas.microsoft.com/office/drawing/2014/main" id="{842895EA-9669-6458-87BF-209EE67198E2}"/>
              </a:ext>
            </a:extLst>
          </p:cNvPr>
          <p:cNvPicPr>
            <a:picLocks noChangeAspect="1"/>
          </p:cNvPicPr>
          <p:nvPr/>
        </p:nvPicPr>
        <p:blipFill>
          <a:blip r:embed="rId4"/>
          <a:stretch>
            <a:fillRect/>
          </a:stretch>
        </p:blipFill>
        <p:spPr>
          <a:xfrm>
            <a:off x="5749496" y="1017176"/>
            <a:ext cx="1978639" cy="1080135"/>
          </a:xfrm>
          <a:prstGeom prst="rect">
            <a:avLst/>
          </a:prstGeom>
        </p:spPr>
      </p:pic>
      <p:pic>
        <p:nvPicPr>
          <p:cNvPr id="11" name="Picture 10">
            <a:extLst>
              <a:ext uri="{FF2B5EF4-FFF2-40B4-BE49-F238E27FC236}">
                <a16:creationId xmlns:a16="http://schemas.microsoft.com/office/drawing/2014/main" id="{F71F27EC-B8CC-5CEC-9C98-D478221268B2}"/>
              </a:ext>
            </a:extLst>
          </p:cNvPr>
          <p:cNvPicPr>
            <a:picLocks noChangeAspect="1"/>
          </p:cNvPicPr>
          <p:nvPr/>
        </p:nvPicPr>
        <p:blipFill>
          <a:blip r:embed="rId5"/>
          <a:stretch>
            <a:fillRect/>
          </a:stretch>
        </p:blipFill>
        <p:spPr>
          <a:xfrm>
            <a:off x="3395930" y="2995601"/>
            <a:ext cx="1978639" cy="1080136"/>
          </a:xfrm>
          <a:prstGeom prst="rect">
            <a:avLst/>
          </a:prstGeom>
        </p:spPr>
      </p:pic>
      <p:sp>
        <p:nvSpPr>
          <p:cNvPr id="12" name="Arrow: Right 11">
            <a:extLst>
              <a:ext uri="{FF2B5EF4-FFF2-40B4-BE49-F238E27FC236}">
                <a16:creationId xmlns:a16="http://schemas.microsoft.com/office/drawing/2014/main" id="{E734575A-DAC1-9C1F-CF78-833D2D442BCF}"/>
              </a:ext>
            </a:extLst>
          </p:cNvPr>
          <p:cNvSpPr/>
          <p:nvPr/>
        </p:nvSpPr>
        <p:spPr>
          <a:xfrm>
            <a:off x="3080479" y="1446551"/>
            <a:ext cx="2548328" cy="2023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Bent 16">
            <a:extLst>
              <a:ext uri="{FF2B5EF4-FFF2-40B4-BE49-F238E27FC236}">
                <a16:creationId xmlns:a16="http://schemas.microsoft.com/office/drawing/2014/main" id="{E3A65456-B0BD-EBA3-D668-0902863AAB73}"/>
              </a:ext>
            </a:extLst>
          </p:cNvPr>
          <p:cNvSpPr/>
          <p:nvPr/>
        </p:nvSpPr>
        <p:spPr>
          <a:xfrm rot="10800000">
            <a:off x="5476146" y="2263513"/>
            <a:ext cx="1351873" cy="1502466"/>
          </a:xfrm>
          <a:prstGeom prst="bentArrow">
            <a:avLst>
              <a:gd name="adj1" fmla="val 7861"/>
              <a:gd name="adj2" fmla="val 9923"/>
              <a:gd name="adj3" fmla="val 10609"/>
              <a:gd name="adj4" fmla="val 3063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solidFill>
                <a:schemeClr val="tx1"/>
              </a:solidFill>
            </a:endParaRPr>
          </a:p>
        </p:txBody>
      </p:sp>
      <p:sp>
        <p:nvSpPr>
          <p:cNvPr id="18" name="Arrow: Bent 17">
            <a:extLst>
              <a:ext uri="{FF2B5EF4-FFF2-40B4-BE49-F238E27FC236}">
                <a16:creationId xmlns:a16="http://schemas.microsoft.com/office/drawing/2014/main" id="{2DD2567D-E5A1-B270-907C-8212E813B96B}"/>
              </a:ext>
            </a:extLst>
          </p:cNvPr>
          <p:cNvSpPr/>
          <p:nvPr/>
        </p:nvSpPr>
        <p:spPr>
          <a:xfrm rot="16200000">
            <a:off x="1819878" y="2188217"/>
            <a:ext cx="1351873" cy="1502466"/>
          </a:xfrm>
          <a:prstGeom prst="bentArrow">
            <a:avLst>
              <a:gd name="adj1" fmla="val 7861"/>
              <a:gd name="adj2" fmla="val 9923"/>
              <a:gd name="adj3" fmla="val 10609"/>
              <a:gd name="adj4" fmla="val 3063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solidFill>
                <a:schemeClr val="tx1"/>
              </a:solidFill>
            </a:endParaRPr>
          </a:p>
        </p:txBody>
      </p:sp>
      <p:sp>
        <p:nvSpPr>
          <p:cNvPr id="19" name="TextBox 18">
            <a:extLst>
              <a:ext uri="{FF2B5EF4-FFF2-40B4-BE49-F238E27FC236}">
                <a16:creationId xmlns:a16="http://schemas.microsoft.com/office/drawing/2014/main" id="{04EA96E9-45FA-4066-6841-576490F8EEC2}"/>
              </a:ext>
            </a:extLst>
          </p:cNvPr>
          <p:cNvSpPr txBox="1"/>
          <p:nvPr/>
        </p:nvSpPr>
        <p:spPr>
          <a:xfrm>
            <a:off x="3873581" y="1117626"/>
            <a:ext cx="962123" cy="307777"/>
          </a:xfrm>
          <a:prstGeom prst="rect">
            <a:avLst/>
          </a:prstGeom>
          <a:noFill/>
        </p:spPr>
        <p:txBody>
          <a:bodyPr wrap="none" rtlCol="0">
            <a:spAutoFit/>
          </a:bodyPr>
          <a:lstStyle/>
          <a:p>
            <a:r>
              <a:rPr lang="en-US" dirty="0"/>
              <a:t>Synthesis</a:t>
            </a:r>
            <a:endParaRPr lang="en-IN" dirty="0"/>
          </a:p>
        </p:txBody>
      </p:sp>
      <p:sp>
        <p:nvSpPr>
          <p:cNvPr id="20" name="TextBox 19">
            <a:extLst>
              <a:ext uri="{FF2B5EF4-FFF2-40B4-BE49-F238E27FC236}">
                <a16:creationId xmlns:a16="http://schemas.microsoft.com/office/drawing/2014/main" id="{0FBC5E4F-97AA-9C97-0B01-6CC592AECBE3}"/>
              </a:ext>
            </a:extLst>
          </p:cNvPr>
          <p:cNvSpPr txBox="1"/>
          <p:nvPr/>
        </p:nvSpPr>
        <p:spPr>
          <a:xfrm>
            <a:off x="3625917" y="1670066"/>
            <a:ext cx="1457450" cy="307777"/>
          </a:xfrm>
          <a:prstGeom prst="rect">
            <a:avLst/>
          </a:prstGeom>
          <a:noFill/>
        </p:spPr>
        <p:txBody>
          <a:bodyPr wrap="none" rtlCol="0">
            <a:spAutoFit/>
          </a:bodyPr>
          <a:lstStyle/>
          <a:p>
            <a:r>
              <a:rPr lang="en-US" dirty="0"/>
              <a:t>Time: few hours</a:t>
            </a:r>
            <a:endParaRPr lang="en-IN" dirty="0"/>
          </a:p>
        </p:txBody>
      </p:sp>
      <p:sp>
        <p:nvSpPr>
          <p:cNvPr id="21" name="TextBox 20">
            <a:extLst>
              <a:ext uri="{FF2B5EF4-FFF2-40B4-BE49-F238E27FC236}">
                <a16:creationId xmlns:a16="http://schemas.microsoft.com/office/drawing/2014/main" id="{0FF9BE0A-C9CB-259F-3806-FF15F2878DED}"/>
              </a:ext>
            </a:extLst>
          </p:cNvPr>
          <p:cNvSpPr txBox="1"/>
          <p:nvPr/>
        </p:nvSpPr>
        <p:spPr>
          <a:xfrm>
            <a:off x="5749496" y="2845081"/>
            <a:ext cx="854439" cy="523220"/>
          </a:xfrm>
          <a:prstGeom prst="rect">
            <a:avLst/>
          </a:prstGeom>
          <a:noFill/>
        </p:spPr>
        <p:txBody>
          <a:bodyPr wrap="square" rtlCol="0">
            <a:spAutoFit/>
          </a:bodyPr>
          <a:lstStyle/>
          <a:p>
            <a:r>
              <a:rPr lang="en-US" dirty="0"/>
              <a:t>Physical Design</a:t>
            </a:r>
            <a:endParaRPr lang="en-IN" dirty="0"/>
          </a:p>
        </p:txBody>
      </p:sp>
      <p:sp>
        <p:nvSpPr>
          <p:cNvPr id="22" name="TextBox 21">
            <a:extLst>
              <a:ext uri="{FF2B5EF4-FFF2-40B4-BE49-F238E27FC236}">
                <a16:creationId xmlns:a16="http://schemas.microsoft.com/office/drawing/2014/main" id="{0EC249DD-8BD8-68C3-EE26-BE589DB2148C}"/>
              </a:ext>
            </a:extLst>
          </p:cNvPr>
          <p:cNvSpPr txBox="1"/>
          <p:nvPr/>
        </p:nvSpPr>
        <p:spPr>
          <a:xfrm>
            <a:off x="6885911" y="2845081"/>
            <a:ext cx="1002600" cy="523220"/>
          </a:xfrm>
          <a:prstGeom prst="rect">
            <a:avLst/>
          </a:prstGeom>
          <a:noFill/>
        </p:spPr>
        <p:txBody>
          <a:bodyPr wrap="square" rtlCol="0">
            <a:spAutoFit/>
          </a:bodyPr>
          <a:lstStyle/>
          <a:p>
            <a:r>
              <a:rPr lang="en-US" dirty="0"/>
              <a:t>Time: few days</a:t>
            </a:r>
            <a:endParaRPr lang="en-IN" dirty="0"/>
          </a:p>
        </p:txBody>
      </p:sp>
      <p:sp>
        <p:nvSpPr>
          <p:cNvPr id="23" name="TextBox 22">
            <a:extLst>
              <a:ext uri="{FF2B5EF4-FFF2-40B4-BE49-F238E27FC236}">
                <a16:creationId xmlns:a16="http://schemas.microsoft.com/office/drawing/2014/main" id="{1C9A8374-6EF8-174A-6DD4-422054955B7C}"/>
              </a:ext>
            </a:extLst>
          </p:cNvPr>
          <p:cNvSpPr txBox="1"/>
          <p:nvPr/>
        </p:nvSpPr>
        <p:spPr>
          <a:xfrm>
            <a:off x="2161725" y="2570118"/>
            <a:ext cx="918754" cy="738664"/>
          </a:xfrm>
          <a:prstGeom prst="rect">
            <a:avLst/>
          </a:prstGeom>
          <a:noFill/>
        </p:spPr>
        <p:txBody>
          <a:bodyPr wrap="square" rtlCol="0">
            <a:spAutoFit/>
          </a:bodyPr>
          <a:lstStyle/>
          <a:p>
            <a:r>
              <a:rPr lang="en-US" dirty="0"/>
              <a:t>Issue with design</a:t>
            </a:r>
            <a:endParaRPr lang="en-IN" dirty="0"/>
          </a:p>
        </p:txBody>
      </p:sp>
      <p:sp>
        <p:nvSpPr>
          <p:cNvPr id="24" name="TextBox 23">
            <a:extLst>
              <a:ext uri="{FF2B5EF4-FFF2-40B4-BE49-F238E27FC236}">
                <a16:creationId xmlns:a16="http://schemas.microsoft.com/office/drawing/2014/main" id="{EFDDF1A1-0585-D4D0-CABB-2A0D8AA05608}"/>
              </a:ext>
            </a:extLst>
          </p:cNvPr>
          <p:cNvSpPr txBox="1"/>
          <p:nvPr/>
        </p:nvSpPr>
        <p:spPr>
          <a:xfrm>
            <a:off x="519534" y="2518547"/>
            <a:ext cx="1280994" cy="954107"/>
          </a:xfrm>
          <a:prstGeom prst="rect">
            <a:avLst/>
          </a:prstGeom>
          <a:noFill/>
        </p:spPr>
        <p:txBody>
          <a:bodyPr wrap="square" rtlCol="0">
            <a:spAutoFit/>
          </a:bodyPr>
          <a:lstStyle/>
          <a:p>
            <a:r>
              <a:rPr lang="en-US" dirty="0"/>
              <a:t>Change parameters and repeat this process </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44">
          <a:extLst>
            <a:ext uri="{FF2B5EF4-FFF2-40B4-BE49-F238E27FC236}">
              <a16:creationId xmlns:a16="http://schemas.microsoft.com/office/drawing/2014/main" id="{B926B7D4-A54B-AE31-5AC2-7413964361A5}"/>
            </a:ext>
          </a:extLst>
        </p:cNvPr>
        <p:cNvGrpSpPr/>
        <p:nvPr/>
      </p:nvGrpSpPr>
      <p:grpSpPr>
        <a:xfrm>
          <a:off x="0" y="0"/>
          <a:ext cx="0" cy="0"/>
          <a:chOff x="0" y="0"/>
          <a:chExt cx="0" cy="0"/>
        </a:xfrm>
      </p:grpSpPr>
      <p:sp>
        <p:nvSpPr>
          <p:cNvPr id="445" name="Google Shape;445;p42">
            <a:extLst>
              <a:ext uri="{FF2B5EF4-FFF2-40B4-BE49-F238E27FC236}">
                <a16:creationId xmlns:a16="http://schemas.microsoft.com/office/drawing/2014/main" id="{56FFC7CA-25FC-A727-53EE-3CC28560FC11}"/>
              </a:ext>
            </a:extLst>
          </p:cNvPr>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US" b="1" dirty="0">
                <a:latin typeface="Assistant"/>
                <a:ea typeface="Assistant"/>
                <a:cs typeface="Assistant"/>
                <a:sym typeface="Assistant"/>
              </a:rPr>
              <a:t>Solution:</a:t>
            </a:r>
            <a:endParaRPr b="1" dirty="0">
              <a:latin typeface="Assistant"/>
              <a:ea typeface="Assistant"/>
              <a:cs typeface="Assistant"/>
              <a:sym typeface="Assistant"/>
            </a:endParaRPr>
          </a:p>
        </p:txBody>
      </p:sp>
      <p:sp>
        <p:nvSpPr>
          <p:cNvPr id="447" name="Google Shape;447;p42">
            <a:extLst>
              <a:ext uri="{FF2B5EF4-FFF2-40B4-BE49-F238E27FC236}">
                <a16:creationId xmlns:a16="http://schemas.microsoft.com/office/drawing/2014/main" id="{A564A1E9-E1BB-EEA5-18E1-06EC7047461D}"/>
              </a:ext>
            </a:extLst>
          </p:cNvPr>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5</a:t>
            </a:fld>
            <a:endParaRPr/>
          </a:p>
        </p:txBody>
      </p:sp>
      <p:grpSp>
        <p:nvGrpSpPr>
          <p:cNvPr id="448" name="Google Shape;448;p42">
            <a:extLst>
              <a:ext uri="{FF2B5EF4-FFF2-40B4-BE49-F238E27FC236}">
                <a16:creationId xmlns:a16="http://schemas.microsoft.com/office/drawing/2014/main" id="{9AAFDDEE-3FFD-DBC2-C274-41151BA40C11}"/>
              </a:ext>
            </a:extLst>
          </p:cNvPr>
          <p:cNvGrpSpPr/>
          <p:nvPr/>
        </p:nvGrpSpPr>
        <p:grpSpPr>
          <a:xfrm>
            <a:off x="8229435" y="1378823"/>
            <a:ext cx="718488" cy="718488"/>
            <a:chOff x="3717325" y="2137000"/>
            <a:chExt cx="1104178" cy="1104176"/>
          </a:xfrm>
        </p:grpSpPr>
        <p:sp>
          <p:nvSpPr>
            <p:cNvPr id="449" name="Google Shape;449;p42">
              <a:extLst>
                <a:ext uri="{FF2B5EF4-FFF2-40B4-BE49-F238E27FC236}">
                  <a16:creationId xmlns:a16="http://schemas.microsoft.com/office/drawing/2014/main" id="{72648FD3-C4D0-13BA-7DA3-3EACC05A9FF6}"/>
                </a:ext>
              </a:extLst>
            </p:cNvPr>
            <p:cNvSpPr/>
            <p:nvPr/>
          </p:nvSpPr>
          <p:spPr>
            <a:xfrm>
              <a:off x="3717325" y="2238576"/>
              <a:ext cx="1002600" cy="1002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42">
              <a:extLst>
                <a:ext uri="{FF2B5EF4-FFF2-40B4-BE49-F238E27FC236}">
                  <a16:creationId xmlns:a16="http://schemas.microsoft.com/office/drawing/2014/main" id="{7BEB87EA-6B56-D480-74ED-2F526F058410}"/>
                </a:ext>
              </a:extLst>
            </p:cNvPr>
            <p:cNvSpPr/>
            <p:nvPr/>
          </p:nvSpPr>
          <p:spPr>
            <a:xfrm>
              <a:off x="3818903" y="2137000"/>
              <a:ext cx="1002600" cy="1002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42">
            <a:extLst>
              <a:ext uri="{FF2B5EF4-FFF2-40B4-BE49-F238E27FC236}">
                <a16:creationId xmlns:a16="http://schemas.microsoft.com/office/drawing/2014/main" id="{BCB0B5A9-1D77-0DCE-31D1-497E277DDCCC}"/>
              </a:ext>
            </a:extLst>
          </p:cNvPr>
          <p:cNvGrpSpPr/>
          <p:nvPr/>
        </p:nvGrpSpPr>
        <p:grpSpPr>
          <a:xfrm rot="10800000">
            <a:off x="7728135" y="3664403"/>
            <a:ext cx="1104178" cy="1104176"/>
            <a:chOff x="4185575" y="3320360"/>
            <a:chExt cx="1104178" cy="1104176"/>
          </a:xfrm>
        </p:grpSpPr>
        <p:sp>
          <p:nvSpPr>
            <p:cNvPr id="452" name="Google Shape;452;p42">
              <a:extLst>
                <a:ext uri="{FF2B5EF4-FFF2-40B4-BE49-F238E27FC236}">
                  <a16:creationId xmlns:a16="http://schemas.microsoft.com/office/drawing/2014/main" id="{74B3B88C-E5FD-6B1C-30D2-54C2CD3F8F36}"/>
                </a:ext>
              </a:extLst>
            </p:cNvPr>
            <p:cNvSpPr/>
            <p:nvPr/>
          </p:nvSpPr>
          <p:spPr>
            <a:xfrm>
              <a:off x="4185575" y="3421936"/>
              <a:ext cx="1002600" cy="1002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42">
              <a:extLst>
                <a:ext uri="{FF2B5EF4-FFF2-40B4-BE49-F238E27FC236}">
                  <a16:creationId xmlns:a16="http://schemas.microsoft.com/office/drawing/2014/main" id="{80888870-E18C-FE6A-7723-29D9B695B399}"/>
                </a:ext>
              </a:extLst>
            </p:cNvPr>
            <p:cNvSpPr/>
            <p:nvPr/>
          </p:nvSpPr>
          <p:spPr>
            <a:xfrm>
              <a:off x="4287153" y="3320360"/>
              <a:ext cx="1002600" cy="1002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 name="Picture 4">
            <a:extLst>
              <a:ext uri="{FF2B5EF4-FFF2-40B4-BE49-F238E27FC236}">
                <a16:creationId xmlns:a16="http://schemas.microsoft.com/office/drawing/2014/main" id="{912084FA-E673-C5F4-976D-FD50F250588B}"/>
              </a:ext>
            </a:extLst>
          </p:cNvPr>
          <p:cNvPicPr>
            <a:picLocks noChangeAspect="1"/>
          </p:cNvPicPr>
          <p:nvPr/>
        </p:nvPicPr>
        <p:blipFill>
          <a:blip r:embed="rId3"/>
          <a:stretch>
            <a:fillRect/>
          </a:stretch>
        </p:blipFill>
        <p:spPr>
          <a:xfrm>
            <a:off x="964052" y="1017176"/>
            <a:ext cx="1978639" cy="1080136"/>
          </a:xfrm>
          <a:prstGeom prst="rect">
            <a:avLst/>
          </a:prstGeom>
        </p:spPr>
      </p:pic>
      <p:pic>
        <p:nvPicPr>
          <p:cNvPr id="7" name="Picture 6">
            <a:extLst>
              <a:ext uri="{FF2B5EF4-FFF2-40B4-BE49-F238E27FC236}">
                <a16:creationId xmlns:a16="http://schemas.microsoft.com/office/drawing/2014/main" id="{3FD2554C-1B90-F73E-3232-9A1F56FD1FA1}"/>
              </a:ext>
            </a:extLst>
          </p:cNvPr>
          <p:cNvPicPr>
            <a:picLocks noChangeAspect="1"/>
          </p:cNvPicPr>
          <p:nvPr/>
        </p:nvPicPr>
        <p:blipFill>
          <a:blip r:embed="rId4"/>
          <a:stretch>
            <a:fillRect/>
          </a:stretch>
        </p:blipFill>
        <p:spPr>
          <a:xfrm>
            <a:off x="5749496" y="1017176"/>
            <a:ext cx="1978639" cy="1080135"/>
          </a:xfrm>
          <a:prstGeom prst="rect">
            <a:avLst/>
          </a:prstGeom>
        </p:spPr>
      </p:pic>
      <p:pic>
        <p:nvPicPr>
          <p:cNvPr id="11" name="Picture 10">
            <a:extLst>
              <a:ext uri="{FF2B5EF4-FFF2-40B4-BE49-F238E27FC236}">
                <a16:creationId xmlns:a16="http://schemas.microsoft.com/office/drawing/2014/main" id="{2CE7B858-1723-663D-F145-A0A33C96FE7F}"/>
              </a:ext>
            </a:extLst>
          </p:cNvPr>
          <p:cNvPicPr>
            <a:picLocks noChangeAspect="1"/>
          </p:cNvPicPr>
          <p:nvPr/>
        </p:nvPicPr>
        <p:blipFill>
          <a:blip r:embed="rId5"/>
          <a:stretch>
            <a:fillRect/>
          </a:stretch>
        </p:blipFill>
        <p:spPr>
          <a:xfrm>
            <a:off x="3395930" y="3450812"/>
            <a:ext cx="1978639" cy="1080136"/>
          </a:xfrm>
          <a:prstGeom prst="rect">
            <a:avLst/>
          </a:prstGeom>
        </p:spPr>
      </p:pic>
      <p:sp>
        <p:nvSpPr>
          <p:cNvPr id="12" name="Arrow: Right 11">
            <a:extLst>
              <a:ext uri="{FF2B5EF4-FFF2-40B4-BE49-F238E27FC236}">
                <a16:creationId xmlns:a16="http://schemas.microsoft.com/office/drawing/2014/main" id="{73D96DD6-AE84-5737-6627-0C8A4E27272B}"/>
              </a:ext>
            </a:extLst>
          </p:cNvPr>
          <p:cNvSpPr/>
          <p:nvPr/>
        </p:nvSpPr>
        <p:spPr>
          <a:xfrm>
            <a:off x="3080479" y="1446551"/>
            <a:ext cx="2548328" cy="2023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Bent 16">
            <a:extLst>
              <a:ext uri="{FF2B5EF4-FFF2-40B4-BE49-F238E27FC236}">
                <a16:creationId xmlns:a16="http://schemas.microsoft.com/office/drawing/2014/main" id="{D0E50014-46FE-61A0-7A89-9D46B38914C5}"/>
              </a:ext>
            </a:extLst>
          </p:cNvPr>
          <p:cNvSpPr/>
          <p:nvPr/>
        </p:nvSpPr>
        <p:spPr>
          <a:xfrm rot="10800000">
            <a:off x="5476144" y="2263512"/>
            <a:ext cx="1351873" cy="1862812"/>
          </a:xfrm>
          <a:prstGeom prst="bentArrow">
            <a:avLst>
              <a:gd name="adj1" fmla="val 7861"/>
              <a:gd name="adj2" fmla="val 9923"/>
              <a:gd name="adj3" fmla="val 10609"/>
              <a:gd name="adj4" fmla="val 3063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solidFill>
                <a:schemeClr val="tx1"/>
              </a:solidFill>
            </a:endParaRPr>
          </a:p>
        </p:txBody>
      </p:sp>
      <p:sp>
        <p:nvSpPr>
          <p:cNvPr id="18" name="Arrow: Bent 17">
            <a:extLst>
              <a:ext uri="{FF2B5EF4-FFF2-40B4-BE49-F238E27FC236}">
                <a16:creationId xmlns:a16="http://schemas.microsoft.com/office/drawing/2014/main" id="{EC5A7531-E946-9816-86EA-B4CEB2E7F9E6}"/>
              </a:ext>
            </a:extLst>
          </p:cNvPr>
          <p:cNvSpPr/>
          <p:nvPr/>
        </p:nvSpPr>
        <p:spPr>
          <a:xfrm rot="16200000">
            <a:off x="3945409" y="62687"/>
            <a:ext cx="572701" cy="4974356"/>
          </a:xfrm>
          <a:prstGeom prst="bentArrow">
            <a:avLst>
              <a:gd name="adj1" fmla="val 18331"/>
              <a:gd name="adj2" fmla="val 21702"/>
              <a:gd name="adj3" fmla="val 23696"/>
              <a:gd name="adj4" fmla="val 30635"/>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a:solidFill>
                <a:schemeClr val="tx1"/>
              </a:solidFill>
            </a:endParaRPr>
          </a:p>
        </p:txBody>
      </p:sp>
      <p:sp>
        <p:nvSpPr>
          <p:cNvPr id="19" name="TextBox 18">
            <a:extLst>
              <a:ext uri="{FF2B5EF4-FFF2-40B4-BE49-F238E27FC236}">
                <a16:creationId xmlns:a16="http://schemas.microsoft.com/office/drawing/2014/main" id="{2F60051D-16DD-3FAF-0F46-E0D07E8D3F3D}"/>
              </a:ext>
            </a:extLst>
          </p:cNvPr>
          <p:cNvSpPr txBox="1"/>
          <p:nvPr/>
        </p:nvSpPr>
        <p:spPr>
          <a:xfrm>
            <a:off x="3873581" y="1117626"/>
            <a:ext cx="962123" cy="307777"/>
          </a:xfrm>
          <a:prstGeom prst="rect">
            <a:avLst/>
          </a:prstGeom>
          <a:noFill/>
        </p:spPr>
        <p:txBody>
          <a:bodyPr wrap="none" rtlCol="0">
            <a:spAutoFit/>
          </a:bodyPr>
          <a:lstStyle/>
          <a:p>
            <a:r>
              <a:rPr lang="en-US" dirty="0"/>
              <a:t>Synthesis</a:t>
            </a:r>
            <a:endParaRPr lang="en-IN" dirty="0"/>
          </a:p>
        </p:txBody>
      </p:sp>
      <p:sp>
        <p:nvSpPr>
          <p:cNvPr id="20" name="TextBox 19">
            <a:extLst>
              <a:ext uri="{FF2B5EF4-FFF2-40B4-BE49-F238E27FC236}">
                <a16:creationId xmlns:a16="http://schemas.microsoft.com/office/drawing/2014/main" id="{D442C424-A296-1CC0-0996-652A56BD1943}"/>
              </a:ext>
            </a:extLst>
          </p:cNvPr>
          <p:cNvSpPr txBox="1"/>
          <p:nvPr/>
        </p:nvSpPr>
        <p:spPr>
          <a:xfrm>
            <a:off x="3625917" y="1670066"/>
            <a:ext cx="1457450" cy="307777"/>
          </a:xfrm>
          <a:prstGeom prst="rect">
            <a:avLst/>
          </a:prstGeom>
          <a:noFill/>
        </p:spPr>
        <p:txBody>
          <a:bodyPr wrap="none" rtlCol="0">
            <a:spAutoFit/>
          </a:bodyPr>
          <a:lstStyle/>
          <a:p>
            <a:r>
              <a:rPr lang="en-US" dirty="0"/>
              <a:t>Time: few hours</a:t>
            </a:r>
            <a:endParaRPr lang="en-IN" dirty="0"/>
          </a:p>
        </p:txBody>
      </p:sp>
      <p:sp>
        <p:nvSpPr>
          <p:cNvPr id="21" name="TextBox 20">
            <a:extLst>
              <a:ext uri="{FF2B5EF4-FFF2-40B4-BE49-F238E27FC236}">
                <a16:creationId xmlns:a16="http://schemas.microsoft.com/office/drawing/2014/main" id="{D7E47DCA-2483-F512-8B3C-08A424CFB07B}"/>
              </a:ext>
            </a:extLst>
          </p:cNvPr>
          <p:cNvSpPr txBox="1"/>
          <p:nvPr/>
        </p:nvSpPr>
        <p:spPr>
          <a:xfrm>
            <a:off x="5696912" y="3321434"/>
            <a:ext cx="854439" cy="523220"/>
          </a:xfrm>
          <a:prstGeom prst="rect">
            <a:avLst/>
          </a:prstGeom>
          <a:noFill/>
        </p:spPr>
        <p:txBody>
          <a:bodyPr wrap="square" rtlCol="0">
            <a:spAutoFit/>
          </a:bodyPr>
          <a:lstStyle/>
          <a:p>
            <a:r>
              <a:rPr lang="en-US" dirty="0"/>
              <a:t>Physical Design</a:t>
            </a:r>
            <a:endParaRPr lang="en-IN" dirty="0"/>
          </a:p>
        </p:txBody>
      </p:sp>
      <p:sp>
        <p:nvSpPr>
          <p:cNvPr id="22" name="TextBox 21">
            <a:extLst>
              <a:ext uri="{FF2B5EF4-FFF2-40B4-BE49-F238E27FC236}">
                <a16:creationId xmlns:a16="http://schemas.microsoft.com/office/drawing/2014/main" id="{7E1BC28A-2D23-4B26-006B-D93F9BE01712}"/>
              </a:ext>
            </a:extLst>
          </p:cNvPr>
          <p:cNvSpPr txBox="1"/>
          <p:nvPr/>
        </p:nvSpPr>
        <p:spPr>
          <a:xfrm>
            <a:off x="5724860" y="4182933"/>
            <a:ext cx="930773" cy="523220"/>
          </a:xfrm>
          <a:prstGeom prst="rect">
            <a:avLst/>
          </a:prstGeom>
          <a:noFill/>
        </p:spPr>
        <p:txBody>
          <a:bodyPr wrap="square" rtlCol="0">
            <a:spAutoFit/>
          </a:bodyPr>
          <a:lstStyle/>
          <a:p>
            <a:r>
              <a:rPr lang="en-US" dirty="0"/>
              <a:t>Time: few days</a:t>
            </a:r>
            <a:endParaRPr lang="en-IN" dirty="0"/>
          </a:p>
        </p:txBody>
      </p:sp>
      <p:sp>
        <p:nvSpPr>
          <p:cNvPr id="23" name="TextBox 22">
            <a:extLst>
              <a:ext uri="{FF2B5EF4-FFF2-40B4-BE49-F238E27FC236}">
                <a16:creationId xmlns:a16="http://schemas.microsoft.com/office/drawing/2014/main" id="{8A37D02C-4D1F-4AC4-28D0-246655D6C589}"/>
              </a:ext>
            </a:extLst>
          </p:cNvPr>
          <p:cNvSpPr txBox="1"/>
          <p:nvPr/>
        </p:nvSpPr>
        <p:spPr>
          <a:xfrm>
            <a:off x="2558060" y="2382702"/>
            <a:ext cx="3654376" cy="307777"/>
          </a:xfrm>
          <a:prstGeom prst="rect">
            <a:avLst/>
          </a:prstGeom>
          <a:noFill/>
        </p:spPr>
        <p:txBody>
          <a:bodyPr wrap="square" rtlCol="0">
            <a:spAutoFit/>
          </a:bodyPr>
          <a:lstStyle/>
          <a:p>
            <a:r>
              <a:rPr lang="en-US" dirty="0"/>
              <a:t>Predicting Results of Physical Design stage</a:t>
            </a:r>
            <a:endParaRPr lang="en-IN" dirty="0"/>
          </a:p>
        </p:txBody>
      </p:sp>
      <p:sp>
        <p:nvSpPr>
          <p:cNvPr id="2" name="TextBox 1">
            <a:extLst>
              <a:ext uri="{FF2B5EF4-FFF2-40B4-BE49-F238E27FC236}">
                <a16:creationId xmlns:a16="http://schemas.microsoft.com/office/drawing/2014/main" id="{AEA03209-31F0-247E-B1A3-4F1AD25EB331}"/>
              </a:ext>
            </a:extLst>
          </p:cNvPr>
          <p:cNvSpPr txBox="1"/>
          <p:nvPr/>
        </p:nvSpPr>
        <p:spPr>
          <a:xfrm>
            <a:off x="3509379" y="2852519"/>
            <a:ext cx="1751739" cy="307777"/>
          </a:xfrm>
          <a:prstGeom prst="rect">
            <a:avLst/>
          </a:prstGeom>
          <a:noFill/>
        </p:spPr>
        <p:txBody>
          <a:bodyPr wrap="square" rtlCol="0">
            <a:spAutoFit/>
          </a:bodyPr>
          <a:lstStyle/>
          <a:p>
            <a:r>
              <a:rPr lang="en-US" dirty="0"/>
              <a:t>Time: few minutes</a:t>
            </a:r>
            <a:endParaRPr lang="en-IN" dirty="0"/>
          </a:p>
        </p:txBody>
      </p:sp>
      <p:pic>
        <p:nvPicPr>
          <p:cNvPr id="1026" name="Picture 2" descr="CPU Processor Chip at ₹ 3000/piece | Faridabad | ID: 22271246133">
            <a:extLst>
              <a:ext uri="{FF2B5EF4-FFF2-40B4-BE49-F238E27FC236}">
                <a16:creationId xmlns:a16="http://schemas.microsoft.com/office/drawing/2014/main" id="{AF80FF77-E24B-F861-3604-44FC616385F1}"/>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ackgroundRemoval t="6400" b="91200" l="1000" r="98000">
                        <a14:foregroundMark x1="6400" y1="68600" x2="11200" y2="58000"/>
                        <a14:foregroundMark x1="93000" y1="22000" x2="91400" y2="29800"/>
                        <a14:foregroundMark x1="30600" y1="11800" x2="30800" y2="11400"/>
                        <a14:backgroundMark x1="34000" y1="80600" x2="6200" y2="75000"/>
                        <a14:backgroundMark x1="60200" y1="85600" x2="72600" y2="88600"/>
                        <a14:backgroundMark x1="87600" y1="48400" x2="96600" y2="24200"/>
                      </a14:backgroundRemoval>
                    </a14:imgEffect>
                  </a14:imgLayer>
                </a14:imgProps>
              </a:ext>
              <a:ext uri="{28A0092B-C50C-407E-A947-70E740481C1C}">
                <a14:useLocalDpi xmlns:a14="http://schemas.microsoft.com/office/drawing/2010/main" val="0"/>
              </a:ext>
            </a:extLst>
          </a:blip>
          <a:srcRect/>
          <a:stretch>
            <a:fillRect/>
          </a:stretch>
        </p:blipFill>
        <p:spPr bwMode="auto">
          <a:xfrm>
            <a:off x="964052" y="3445226"/>
            <a:ext cx="1080136" cy="1080136"/>
          </a:xfrm>
          <a:prstGeom prst="rect">
            <a:avLst/>
          </a:prstGeom>
          <a:noFill/>
          <a:extLst>
            <a:ext uri="{909E8E84-426E-40DD-AFC4-6F175D3DCCD1}">
              <a14:hiddenFill xmlns:a14="http://schemas.microsoft.com/office/drawing/2010/main">
                <a:solidFill>
                  <a:srgbClr val="FFFFFF"/>
                </a:solidFill>
              </a14:hiddenFill>
            </a:ext>
          </a:extLst>
        </p:spPr>
      </p:pic>
      <p:sp>
        <p:nvSpPr>
          <p:cNvPr id="3" name="Arrow: Right 2">
            <a:extLst>
              <a:ext uri="{FF2B5EF4-FFF2-40B4-BE49-F238E27FC236}">
                <a16:creationId xmlns:a16="http://schemas.microsoft.com/office/drawing/2014/main" id="{44764FCE-54C7-9A49-F9C7-C51ABC299E54}"/>
              </a:ext>
            </a:extLst>
          </p:cNvPr>
          <p:cNvSpPr/>
          <p:nvPr/>
        </p:nvSpPr>
        <p:spPr>
          <a:xfrm rot="10800000">
            <a:off x="2052925" y="3884110"/>
            <a:ext cx="1241427" cy="2023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CC8EDFEF-E365-569C-BBE9-A8D55858E583}"/>
              </a:ext>
            </a:extLst>
          </p:cNvPr>
          <p:cNvSpPr txBox="1"/>
          <p:nvPr/>
        </p:nvSpPr>
        <p:spPr>
          <a:xfrm>
            <a:off x="1927997" y="4126324"/>
            <a:ext cx="1467933" cy="738664"/>
          </a:xfrm>
          <a:prstGeom prst="rect">
            <a:avLst/>
          </a:prstGeom>
          <a:noFill/>
        </p:spPr>
        <p:txBody>
          <a:bodyPr wrap="square" rtlCol="0">
            <a:spAutoFit/>
          </a:bodyPr>
          <a:lstStyle/>
          <a:p>
            <a:r>
              <a:rPr lang="en-US" dirty="0"/>
              <a:t>Prediction and software values are same </a:t>
            </a:r>
            <a:endParaRPr lang="en-IN" dirty="0"/>
          </a:p>
        </p:txBody>
      </p:sp>
      <p:sp>
        <p:nvSpPr>
          <p:cNvPr id="6" name="TextBox 5">
            <a:extLst>
              <a:ext uri="{FF2B5EF4-FFF2-40B4-BE49-F238E27FC236}">
                <a16:creationId xmlns:a16="http://schemas.microsoft.com/office/drawing/2014/main" id="{1C415155-389B-CC1D-21B0-4B6298E0BC92}"/>
              </a:ext>
            </a:extLst>
          </p:cNvPr>
          <p:cNvSpPr txBox="1"/>
          <p:nvPr/>
        </p:nvSpPr>
        <p:spPr>
          <a:xfrm>
            <a:off x="6839816" y="2852519"/>
            <a:ext cx="1060703" cy="954107"/>
          </a:xfrm>
          <a:prstGeom prst="rect">
            <a:avLst/>
          </a:prstGeom>
          <a:noFill/>
        </p:spPr>
        <p:txBody>
          <a:bodyPr wrap="square" rtlCol="0">
            <a:spAutoFit/>
          </a:bodyPr>
          <a:lstStyle/>
          <a:p>
            <a:r>
              <a:rPr lang="en-US" dirty="0"/>
              <a:t>Only if predicted values feels Right</a:t>
            </a:r>
            <a:endParaRPr lang="en-IN" dirty="0"/>
          </a:p>
        </p:txBody>
      </p:sp>
    </p:spTree>
    <p:extLst>
      <p:ext uri="{BB962C8B-B14F-4D97-AF65-F5344CB8AC3E}">
        <p14:creationId xmlns:p14="http://schemas.microsoft.com/office/powerpoint/2010/main" val="901591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31">
          <a:extLst>
            <a:ext uri="{FF2B5EF4-FFF2-40B4-BE49-F238E27FC236}">
              <a16:creationId xmlns:a16="http://schemas.microsoft.com/office/drawing/2014/main" id="{F9EBE416-60ED-D46B-9D98-7EC56BD59FC8}"/>
            </a:ext>
          </a:extLst>
        </p:cNvPr>
        <p:cNvGrpSpPr/>
        <p:nvPr/>
      </p:nvGrpSpPr>
      <p:grpSpPr>
        <a:xfrm>
          <a:off x="0" y="0"/>
          <a:ext cx="0" cy="0"/>
          <a:chOff x="0" y="0"/>
          <a:chExt cx="0" cy="0"/>
        </a:xfrm>
      </p:grpSpPr>
      <p:sp>
        <p:nvSpPr>
          <p:cNvPr id="432" name="Google Shape;432;p41">
            <a:extLst>
              <a:ext uri="{FF2B5EF4-FFF2-40B4-BE49-F238E27FC236}">
                <a16:creationId xmlns:a16="http://schemas.microsoft.com/office/drawing/2014/main" id="{46E957B8-B069-7BDC-496C-550C7F7B24CB}"/>
              </a:ext>
            </a:extLst>
          </p:cNvPr>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fontScale="90000"/>
          </a:bodyPr>
          <a:lstStyle/>
          <a:p>
            <a:r>
              <a:rPr lang="en" dirty="0"/>
              <a:t>Data Collection and cleaning</a:t>
            </a:r>
            <a:r>
              <a:rPr lang="en" b="1" dirty="0">
                <a:latin typeface="Assistant"/>
                <a:ea typeface="Assistant"/>
                <a:cs typeface="Assistant"/>
                <a:sym typeface="Assistant"/>
              </a:rPr>
              <a:t>:</a:t>
            </a:r>
            <a:endParaRPr b="1" dirty="0">
              <a:latin typeface="Assistant"/>
              <a:ea typeface="Assistant"/>
              <a:cs typeface="Assistant"/>
              <a:sym typeface="Assistant"/>
            </a:endParaRPr>
          </a:p>
        </p:txBody>
      </p:sp>
      <p:sp>
        <p:nvSpPr>
          <p:cNvPr id="433" name="Google Shape;433;p41">
            <a:extLst>
              <a:ext uri="{FF2B5EF4-FFF2-40B4-BE49-F238E27FC236}">
                <a16:creationId xmlns:a16="http://schemas.microsoft.com/office/drawing/2014/main" id="{C37DE8B8-C1B3-CA78-381A-FEBD38B0BDC4}"/>
              </a:ext>
            </a:extLst>
          </p:cNvPr>
          <p:cNvSpPr txBox="1">
            <a:spLocks noGrp="1"/>
          </p:cNvSpPr>
          <p:nvPr>
            <p:ph type="body" idx="1"/>
          </p:nvPr>
        </p:nvSpPr>
        <p:spPr>
          <a:xfrm>
            <a:off x="311700" y="915600"/>
            <a:ext cx="4536000" cy="3747600"/>
          </a:xfrm>
          <a:prstGeom prst="rect">
            <a:avLst/>
          </a:prstGeom>
        </p:spPr>
        <p:txBody>
          <a:bodyPr spcFirstLastPara="1" wrap="square" lIns="91425" tIns="91425" rIns="91425" bIns="91425" anchor="t" anchorCtr="0">
            <a:normAutofit/>
          </a:bodyPr>
          <a:lstStyle/>
          <a:p>
            <a:pPr marL="457200" lvl="0" indent="-342900" algn="l" rtl="0">
              <a:spcBef>
                <a:spcPts val="1000"/>
              </a:spcBef>
              <a:spcAft>
                <a:spcPts val="0"/>
              </a:spcAft>
              <a:buSzPts val="1800"/>
              <a:buChar char="●"/>
            </a:pPr>
            <a:r>
              <a:rPr lang="en-US" dirty="0"/>
              <a:t>Got My data from GitHub in Individual JSON file, I combined all JSON file in one CSV.</a:t>
            </a:r>
          </a:p>
          <a:p>
            <a:pPr marL="457200" lvl="0" indent="-342900" algn="l" rtl="0">
              <a:spcBef>
                <a:spcPts val="1000"/>
              </a:spcBef>
              <a:spcAft>
                <a:spcPts val="0"/>
              </a:spcAft>
              <a:buSzPts val="1800"/>
              <a:buChar char="●"/>
            </a:pPr>
            <a:r>
              <a:rPr lang="en-US" dirty="0"/>
              <a:t>Removed Unwanted Columns which are not needed for my targets.</a:t>
            </a:r>
          </a:p>
          <a:p>
            <a:pPr marL="457200" lvl="0" indent="-342900" algn="l" rtl="0">
              <a:spcBef>
                <a:spcPts val="1000"/>
              </a:spcBef>
              <a:spcAft>
                <a:spcPts val="0"/>
              </a:spcAft>
              <a:buSzPts val="1800"/>
              <a:buChar char="●"/>
            </a:pPr>
            <a:r>
              <a:rPr lang="en-US" dirty="0"/>
              <a:t>Removed rows with NA or missing data, after that I came to 20729 Rows.</a:t>
            </a:r>
          </a:p>
          <a:p>
            <a:pPr marL="457200" lvl="0" indent="-342900" algn="l" rtl="0">
              <a:spcBef>
                <a:spcPts val="1000"/>
              </a:spcBef>
              <a:spcAft>
                <a:spcPts val="0"/>
              </a:spcAft>
              <a:buSzPts val="1800"/>
              <a:buChar char="●"/>
            </a:pPr>
            <a:r>
              <a:rPr lang="en-US" dirty="0"/>
              <a:t>Removed Outlying data</a:t>
            </a:r>
          </a:p>
          <a:p>
            <a:pPr marL="457200" lvl="0" indent="-342900" algn="l" rtl="0">
              <a:spcBef>
                <a:spcPts val="1000"/>
              </a:spcBef>
              <a:spcAft>
                <a:spcPts val="0"/>
              </a:spcAft>
              <a:buSzPts val="1800"/>
              <a:buChar char="●"/>
            </a:pPr>
            <a:endParaRPr dirty="0"/>
          </a:p>
        </p:txBody>
      </p:sp>
      <p:sp>
        <p:nvSpPr>
          <p:cNvPr id="434" name="Google Shape;434;p41">
            <a:extLst>
              <a:ext uri="{FF2B5EF4-FFF2-40B4-BE49-F238E27FC236}">
                <a16:creationId xmlns:a16="http://schemas.microsoft.com/office/drawing/2014/main" id="{DB1AA57A-D00E-F3F2-C82C-9AF3715F076A}"/>
              </a:ext>
            </a:extLst>
          </p:cNvPr>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6</a:t>
            </a:fld>
            <a:endParaRPr/>
          </a:p>
        </p:txBody>
      </p:sp>
      <p:grpSp>
        <p:nvGrpSpPr>
          <p:cNvPr id="435" name="Google Shape;435;p41">
            <a:extLst>
              <a:ext uri="{FF2B5EF4-FFF2-40B4-BE49-F238E27FC236}">
                <a16:creationId xmlns:a16="http://schemas.microsoft.com/office/drawing/2014/main" id="{86347272-3802-BA68-4131-EE1E1A91A906}"/>
              </a:ext>
            </a:extLst>
          </p:cNvPr>
          <p:cNvGrpSpPr/>
          <p:nvPr/>
        </p:nvGrpSpPr>
        <p:grpSpPr>
          <a:xfrm rot="2700000">
            <a:off x="7815861" y="3738066"/>
            <a:ext cx="1067690" cy="867892"/>
            <a:chOff x="919500" y="1916075"/>
            <a:chExt cx="1067700" cy="867900"/>
          </a:xfrm>
        </p:grpSpPr>
        <p:sp>
          <p:nvSpPr>
            <p:cNvPr id="436" name="Google Shape;436;p41">
              <a:extLst>
                <a:ext uri="{FF2B5EF4-FFF2-40B4-BE49-F238E27FC236}">
                  <a16:creationId xmlns:a16="http://schemas.microsoft.com/office/drawing/2014/main" id="{AACCF823-0407-1A85-C7D7-327F79243BE6}"/>
                </a:ext>
              </a:extLst>
            </p:cNvPr>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41">
              <a:extLst>
                <a:ext uri="{FF2B5EF4-FFF2-40B4-BE49-F238E27FC236}">
                  <a16:creationId xmlns:a16="http://schemas.microsoft.com/office/drawing/2014/main" id="{34769897-2186-9866-CD3D-E901F9928441}"/>
                </a:ext>
              </a:extLst>
            </p:cNvPr>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8" name="Google Shape;438;p41">
            <a:extLst>
              <a:ext uri="{FF2B5EF4-FFF2-40B4-BE49-F238E27FC236}">
                <a16:creationId xmlns:a16="http://schemas.microsoft.com/office/drawing/2014/main" id="{BC6436E5-6729-ABF0-9FF8-CF6B932DECE3}"/>
              </a:ext>
            </a:extLst>
          </p:cNvPr>
          <p:cNvGrpSpPr/>
          <p:nvPr/>
        </p:nvGrpSpPr>
        <p:grpSpPr>
          <a:xfrm rot="8100353">
            <a:off x="6285841" y="3900295"/>
            <a:ext cx="734820" cy="597312"/>
            <a:chOff x="521400" y="3135325"/>
            <a:chExt cx="1067700" cy="867900"/>
          </a:xfrm>
        </p:grpSpPr>
        <p:sp>
          <p:nvSpPr>
            <p:cNvPr id="439" name="Google Shape;439;p41">
              <a:extLst>
                <a:ext uri="{FF2B5EF4-FFF2-40B4-BE49-F238E27FC236}">
                  <a16:creationId xmlns:a16="http://schemas.microsoft.com/office/drawing/2014/main" id="{D6C41A37-50B2-4F5D-BEA4-96980A52692D}"/>
                </a:ext>
              </a:extLst>
            </p:cNvPr>
            <p:cNvSpPr/>
            <p:nvPr/>
          </p:nvSpPr>
          <p:spPr>
            <a:xfrm>
              <a:off x="521400" y="3211525"/>
              <a:ext cx="915300" cy="79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41">
              <a:extLst>
                <a:ext uri="{FF2B5EF4-FFF2-40B4-BE49-F238E27FC236}">
                  <a16:creationId xmlns:a16="http://schemas.microsoft.com/office/drawing/2014/main" id="{BCBAF26D-DDA6-EBC6-BA13-F3DE33E3069A}"/>
                </a:ext>
              </a:extLst>
            </p:cNvPr>
            <p:cNvSpPr/>
            <p:nvPr/>
          </p:nvSpPr>
          <p:spPr>
            <a:xfrm>
              <a:off x="673800" y="313532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a:extLst>
              <a:ext uri="{FF2B5EF4-FFF2-40B4-BE49-F238E27FC236}">
                <a16:creationId xmlns:a16="http://schemas.microsoft.com/office/drawing/2014/main" id="{E743B2D8-6E09-6334-A54F-37BF9F592A57}"/>
              </a:ext>
            </a:extLst>
          </p:cNvPr>
          <p:cNvPicPr>
            <a:picLocks noChangeAspect="1"/>
          </p:cNvPicPr>
          <p:nvPr/>
        </p:nvPicPr>
        <p:blipFill>
          <a:blip r:embed="rId3"/>
          <a:stretch>
            <a:fillRect/>
          </a:stretch>
        </p:blipFill>
        <p:spPr>
          <a:xfrm>
            <a:off x="5088458" y="1262129"/>
            <a:ext cx="3342069" cy="907961"/>
          </a:xfrm>
          <a:prstGeom prst="rect">
            <a:avLst/>
          </a:prstGeom>
        </p:spPr>
      </p:pic>
      <p:pic>
        <p:nvPicPr>
          <p:cNvPr id="5" name="Picture 4">
            <a:extLst>
              <a:ext uri="{FF2B5EF4-FFF2-40B4-BE49-F238E27FC236}">
                <a16:creationId xmlns:a16="http://schemas.microsoft.com/office/drawing/2014/main" id="{A1C350E1-7BD9-6939-86E2-D6EF412B2C7E}"/>
              </a:ext>
            </a:extLst>
          </p:cNvPr>
          <p:cNvPicPr>
            <a:picLocks noChangeAspect="1"/>
          </p:cNvPicPr>
          <p:nvPr/>
        </p:nvPicPr>
        <p:blipFill>
          <a:blip r:embed="rId4"/>
          <a:stretch>
            <a:fillRect/>
          </a:stretch>
        </p:blipFill>
        <p:spPr>
          <a:xfrm>
            <a:off x="5088458" y="2223972"/>
            <a:ext cx="3342069" cy="860518"/>
          </a:xfrm>
          <a:prstGeom prst="rect">
            <a:avLst/>
          </a:prstGeom>
        </p:spPr>
      </p:pic>
    </p:spTree>
    <p:extLst>
      <p:ext uri="{BB962C8B-B14F-4D97-AF65-F5344CB8AC3E}">
        <p14:creationId xmlns:p14="http://schemas.microsoft.com/office/powerpoint/2010/main" val="5332205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31">
          <a:extLst>
            <a:ext uri="{FF2B5EF4-FFF2-40B4-BE49-F238E27FC236}">
              <a16:creationId xmlns:a16="http://schemas.microsoft.com/office/drawing/2014/main" id="{D1F76EE4-5C15-18BA-E755-AAACE781EA71}"/>
            </a:ext>
          </a:extLst>
        </p:cNvPr>
        <p:cNvGrpSpPr/>
        <p:nvPr/>
      </p:nvGrpSpPr>
      <p:grpSpPr>
        <a:xfrm>
          <a:off x="0" y="0"/>
          <a:ext cx="0" cy="0"/>
          <a:chOff x="0" y="0"/>
          <a:chExt cx="0" cy="0"/>
        </a:xfrm>
      </p:grpSpPr>
      <p:sp>
        <p:nvSpPr>
          <p:cNvPr id="432" name="Google Shape;432;p41">
            <a:extLst>
              <a:ext uri="{FF2B5EF4-FFF2-40B4-BE49-F238E27FC236}">
                <a16:creationId xmlns:a16="http://schemas.microsoft.com/office/drawing/2014/main" id="{F6057E9E-664B-FFC6-ECCA-BF1127C7DE95}"/>
              </a:ext>
            </a:extLst>
          </p:cNvPr>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fontScale="90000"/>
          </a:bodyPr>
          <a:lstStyle/>
          <a:p>
            <a:r>
              <a:rPr lang="en" dirty="0"/>
              <a:t>Data Visualization</a:t>
            </a:r>
            <a:r>
              <a:rPr lang="en" b="1" dirty="0">
                <a:latin typeface="Assistant"/>
                <a:ea typeface="Assistant"/>
                <a:cs typeface="Assistant"/>
                <a:sym typeface="Assistant"/>
              </a:rPr>
              <a:t>:</a:t>
            </a:r>
            <a:endParaRPr b="1" dirty="0">
              <a:latin typeface="Assistant"/>
              <a:ea typeface="Assistant"/>
              <a:cs typeface="Assistant"/>
              <a:sym typeface="Assistant"/>
            </a:endParaRPr>
          </a:p>
        </p:txBody>
      </p:sp>
      <p:sp>
        <p:nvSpPr>
          <p:cNvPr id="434" name="Google Shape;434;p41">
            <a:extLst>
              <a:ext uri="{FF2B5EF4-FFF2-40B4-BE49-F238E27FC236}">
                <a16:creationId xmlns:a16="http://schemas.microsoft.com/office/drawing/2014/main" id="{AFA622B1-056E-AC05-3E07-902D546C4016}"/>
              </a:ext>
            </a:extLst>
          </p:cNvPr>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7</a:t>
            </a:fld>
            <a:endParaRPr/>
          </a:p>
        </p:txBody>
      </p:sp>
      <p:grpSp>
        <p:nvGrpSpPr>
          <p:cNvPr id="435" name="Google Shape;435;p41">
            <a:extLst>
              <a:ext uri="{FF2B5EF4-FFF2-40B4-BE49-F238E27FC236}">
                <a16:creationId xmlns:a16="http://schemas.microsoft.com/office/drawing/2014/main" id="{3E466215-C3BF-01F7-8530-5ADFF1CF2508}"/>
              </a:ext>
            </a:extLst>
          </p:cNvPr>
          <p:cNvGrpSpPr/>
          <p:nvPr/>
        </p:nvGrpSpPr>
        <p:grpSpPr>
          <a:xfrm rot="2700000">
            <a:off x="7815861" y="3738066"/>
            <a:ext cx="1067690" cy="867892"/>
            <a:chOff x="919500" y="1916075"/>
            <a:chExt cx="1067700" cy="867900"/>
          </a:xfrm>
        </p:grpSpPr>
        <p:sp>
          <p:nvSpPr>
            <p:cNvPr id="436" name="Google Shape;436;p41">
              <a:extLst>
                <a:ext uri="{FF2B5EF4-FFF2-40B4-BE49-F238E27FC236}">
                  <a16:creationId xmlns:a16="http://schemas.microsoft.com/office/drawing/2014/main" id="{17A82A72-1AD1-916F-3042-3821F0F50E7B}"/>
                </a:ext>
              </a:extLst>
            </p:cNvPr>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41">
              <a:extLst>
                <a:ext uri="{FF2B5EF4-FFF2-40B4-BE49-F238E27FC236}">
                  <a16:creationId xmlns:a16="http://schemas.microsoft.com/office/drawing/2014/main" id="{EC04B24E-7715-F488-AAEA-1888CB5D0DAC}"/>
                </a:ext>
              </a:extLst>
            </p:cNvPr>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8" name="Google Shape;438;p41">
            <a:extLst>
              <a:ext uri="{FF2B5EF4-FFF2-40B4-BE49-F238E27FC236}">
                <a16:creationId xmlns:a16="http://schemas.microsoft.com/office/drawing/2014/main" id="{589330ED-4925-DC57-9D42-FD6CF4656F88}"/>
              </a:ext>
            </a:extLst>
          </p:cNvPr>
          <p:cNvGrpSpPr/>
          <p:nvPr/>
        </p:nvGrpSpPr>
        <p:grpSpPr>
          <a:xfrm rot="8100353">
            <a:off x="6336746" y="3090576"/>
            <a:ext cx="734820" cy="597312"/>
            <a:chOff x="521400" y="3135325"/>
            <a:chExt cx="1067700" cy="867900"/>
          </a:xfrm>
        </p:grpSpPr>
        <p:sp>
          <p:nvSpPr>
            <p:cNvPr id="439" name="Google Shape;439;p41">
              <a:extLst>
                <a:ext uri="{FF2B5EF4-FFF2-40B4-BE49-F238E27FC236}">
                  <a16:creationId xmlns:a16="http://schemas.microsoft.com/office/drawing/2014/main" id="{2CC75D95-E2DE-0AD2-FDA5-A192054466AC}"/>
                </a:ext>
              </a:extLst>
            </p:cNvPr>
            <p:cNvSpPr/>
            <p:nvPr/>
          </p:nvSpPr>
          <p:spPr>
            <a:xfrm>
              <a:off x="521400" y="3211525"/>
              <a:ext cx="915300" cy="79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41">
              <a:extLst>
                <a:ext uri="{FF2B5EF4-FFF2-40B4-BE49-F238E27FC236}">
                  <a16:creationId xmlns:a16="http://schemas.microsoft.com/office/drawing/2014/main" id="{EBF6CADE-654E-DDB4-6916-BF1FD8DE9E14}"/>
                </a:ext>
              </a:extLst>
            </p:cNvPr>
            <p:cNvSpPr/>
            <p:nvPr/>
          </p:nvSpPr>
          <p:spPr>
            <a:xfrm>
              <a:off x="673800" y="313532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roup 13">
            <a:extLst>
              <a:ext uri="{FF2B5EF4-FFF2-40B4-BE49-F238E27FC236}">
                <a16:creationId xmlns:a16="http://schemas.microsoft.com/office/drawing/2014/main" id="{2FB835A1-E047-85D5-2C13-6798BA271559}"/>
              </a:ext>
            </a:extLst>
          </p:cNvPr>
          <p:cNvGrpSpPr/>
          <p:nvPr/>
        </p:nvGrpSpPr>
        <p:grpSpPr>
          <a:xfrm>
            <a:off x="311687" y="913924"/>
            <a:ext cx="5431250" cy="3985848"/>
            <a:chOff x="1216889" y="913924"/>
            <a:chExt cx="5431250" cy="3985848"/>
          </a:xfrm>
        </p:grpSpPr>
        <p:pic>
          <p:nvPicPr>
            <p:cNvPr id="7" name="Picture 6">
              <a:extLst>
                <a:ext uri="{FF2B5EF4-FFF2-40B4-BE49-F238E27FC236}">
                  <a16:creationId xmlns:a16="http://schemas.microsoft.com/office/drawing/2014/main" id="{DAD84C24-0852-B2B9-B38F-FF1F16440DE6}"/>
                </a:ext>
              </a:extLst>
            </p:cNvPr>
            <p:cNvPicPr>
              <a:picLocks noChangeAspect="1"/>
            </p:cNvPicPr>
            <p:nvPr/>
          </p:nvPicPr>
          <p:blipFill>
            <a:blip r:embed="rId3"/>
            <a:stretch>
              <a:fillRect/>
            </a:stretch>
          </p:blipFill>
          <p:spPr>
            <a:xfrm>
              <a:off x="1216889" y="915600"/>
              <a:ext cx="2158002" cy="1906728"/>
            </a:xfrm>
            <a:prstGeom prst="rect">
              <a:avLst/>
            </a:prstGeom>
          </p:spPr>
        </p:pic>
        <p:pic>
          <p:nvPicPr>
            <p:cNvPr id="9" name="Picture 8">
              <a:extLst>
                <a:ext uri="{FF2B5EF4-FFF2-40B4-BE49-F238E27FC236}">
                  <a16:creationId xmlns:a16="http://schemas.microsoft.com/office/drawing/2014/main" id="{E6CD3988-3922-67B7-1556-40D570973F38}"/>
                </a:ext>
              </a:extLst>
            </p:cNvPr>
            <p:cNvPicPr>
              <a:picLocks noChangeAspect="1"/>
            </p:cNvPicPr>
            <p:nvPr/>
          </p:nvPicPr>
          <p:blipFill>
            <a:blip r:embed="rId4"/>
            <a:stretch>
              <a:fillRect/>
            </a:stretch>
          </p:blipFill>
          <p:spPr>
            <a:xfrm>
              <a:off x="3696189" y="913924"/>
              <a:ext cx="2072922" cy="1908404"/>
            </a:xfrm>
            <a:prstGeom prst="rect">
              <a:avLst/>
            </a:prstGeom>
          </p:spPr>
        </p:pic>
        <p:pic>
          <p:nvPicPr>
            <p:cNvPr id="11" name="Picture 10">
              <a:extLst>
                <a:ext uri="{FF2B5EF4-FFF2-40B4-BE49-F238E27FC236}">
                  <a16:creationId xmlns:a16="http://schemas.microsoft.com/office/drawing/2014/main" id="{6A3466D2-17AE-95F8-341B-EA670F7A3723}"/>
                </a:ext>
              </a:extLst>
            </p:cNvPr>
            <p:cNvPicPr>
              <a:picLocks noChangeAspect="1"/>
            </p:cNvPicPr>
            <p:nvPr/>
          </p:nvPicPr>
          <p:blipFill>
            <a:blip r:embed="rId5"/>
            <a:stretch>
              <a:fillRect/>
            </a:stretch>
          </p:blipFill>
          <p:spPr>
            <a:xfrm>
              <a:off x="1216889" y="2986124"/>
              <a:ext cx="2136420" cy="1913648"/>
            </a:xfrm>
            <a:prstGeom prst="rect">
              <a:avLst/>
            </a:prstGeom>
          </p:spPr>
        </p:pic>
        <p:pic>
          <p:nvPicPr>
            <p:cNvPr id="13" name="Picture 12">
              <a:extLst>
                <a:ext uri="{FF2B5EF4-FFF2-40B4-BE49-F238E27FC236}">
                  <a16:creationId xmlns:a16="http://schemas.microsoft.com/office/drawing/2014/main" id="{FD58453D-A33A-EA72-EB18-88F73736CADC}"/>
                </a:ext>
              </a:extLst>
            </p:cNvPr>
            <p:cNvPicPr>
              <a:picLocks noChangeAspect="1"/>
            </p:cNvPicPr>
            <p:nvPr/>
          </p:nvPicPr>
          <p:blipFill>
            <a:blip r:embed="rId6"/>
            <a:stretch>
              <a:fillRect/>
            </a:stretch>
          </p:blipFill>
          <p:spPr>
            <a:xfrm>
              <a:off x="3514953" y="2986124"/>
              <a:ext cx="3133186" cy="1908404"/>
            </a:xfrm>
            <a:prstGeom prst="rect">
              <a:avLst/>
            </a:prstGeom>
          </p:spPr>
        </p:pic>
      </p:grpSp>
      <p:sp>
        <p:nvSpPr>
          <p:cNvPr id="15" name="Google Shape;433;p41">
            <a:extLst>
              <a:ext uri="{FF2B5EF4-FFF2-40B4-BE49-F238E27FC236}">
                <a16:creationId xmlns:a16="http://schemas.microsoft.com/office/drawing/2014/main" id="{38C3B10B-1D00-02D2-BBF9-113A961562ED}"/>
              </a:ext>
            </a:extLst>
          </p:cNvPr>
          <p:cNvSpPr txBox="1">
            <a:spLocks noGrp="1"/>
          </p:cNvSpPr>
          <p:nvPr>
            <p:ph type="body" idx="1"/>
          </p:nvPr>
        </p:nvSpPr>
        <p:spPr>
          <a:xfrm>
            <a:off x="5185206" y="936709"/>
            <a:ext cx="3551781" cy="2049415"/>
          </a:xfrm>
          <a:prstGeom prst="rect">
            <a:avLst/>
          </a:prstGeom>
        </p:spPr>
        <p:txBody>
          <a:bodyPr spcFirstLastPara="1" wrap="square" lIns="91425" tIns="91425" rIns="91425" bIns="91425" anchor="t" anchorCtr="0">
            <a:normAutofit/>
          </a:bodyPr>
          <a:lstStyle/>
          <a:p>
            <a:pPr marL="457200" lvl="0" indent="-342900" algn="l" rtl="0">
              <a:spcBef>
                <a:spcPts val="1000"/>
              </a:spcBef>
              <a:spcAft>
                <a:spcPts val="0"/>
              </a:spcAft>
              <a:buSzPts val="1800"/>
              <a:buChar char="●"/>
            </a:pPr>
            <a:r>
              <a:rPr lang="en-US" dirty="0"/>
              <a:t>Blue dots are 180nm chips.</a:t>
            </a:r>
          </a:p>
          <a:p>
            <a:pPr marL="457200" lvl="0" indent="-342900" algn="l" rtl="0">
              <a:spcBef>
                <a:spcPts val="1000"/>
              </a:spcBef>
              <a:spcAft>
                <a:spcPts val="0"/>
              </a:spcAft>
              <a:buSzPts val="1800"/>
              <a:buChar char="●"/>
            </a:pPr>
            <a:r>
              <a:rPr lang="en-US" dirty="0"/>
              <a:t>Orange dots are 130nm chips.</a:t>
            </a:r>
          </a:p>
          <a:p>
            <a:pPr marL="457200" lvl="0" indent="-342900" algn="l" rtl="0">
              <a:spcBef>
                <a:spcPts val="1000"/>
              </a:spcBef>
              <a:spcAft>
                <a:spcPts val="0"/>
              </a:spcAft>
              <a:buSzPts val="1800"/>
              <a:buChar char="●"/>
            </a:pPr>
            <a:r>
              <a:rPr lang="en-US" dirty="0"/>
              <a:t>I also plotted distribution graph.</a:t>
            </a:r>
          </a:p>
        </p:txBody>
      </p:sp>
    </p:spTree>
    <p:extLst>
      <p:ext uri="{BB962C8B-B14F-4D97-AF65-F5344CB8AC3E}">
        <p14:creationId xmlns:p14="http://schemas.microsoft.com/office/powerpoint/2010/main" val="1868664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51"/>
          <p:cNvSpPr/>
          <p:nvPr/>
        </p:nvSpPr>
        <p:spPr>
          <a:xfrm rot="2700000">
            <a:off x="1129231" y="2119909"/>
            <a:ext cx="1044538" cy="903682"/>
          </a:xfrm>
          <a:prstGeom prst="triangle">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51"/>
          <p:cNvSpPr/>
          <p:nvPr/>
        </p:nvSpPr>
        <p:spPr>
          <a:xfrm rot="8100000">
            <a:off x="4049731" y="2382659"/>
            <a:ext cx="1044538" cy="903682"/>
          </a:xfrm>
          <a:prstGeom prst="triangle">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51"/>
          <p:cNvSpPr/>
          <p:nvPr/>
        </p:nvSpPr>
        <p:spPr>
          <a:xfrm rot="-8101396">
            <a:off x="6970231" y="2382871"/>
            <a:ext cx="1044538" cy="903258"/>
          </a:xfrm>
          <a:prstGeom prst="triangle">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51"/>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US" b="1" dirty="0">
                <a:latin typeface="Assistant"/>
                <a:ea typeface="Assistant"/>
                <a:cs typeface="Assistant"/>
                <a:sym typeface="Assistant"/>
              </a:rPr>
              <a:t>Model Selection:</a:t>
            </a:r>
            <a:endParaRPr b="1" dirty="0">
              <a:latin typeface="Assistant"/>
              <a:ea typeface="Assistant"/>
              <a:cs typeface="Assistant"/>
              <a:sym typeface="Assistant"/>
            </a:endParaRPr>
          </a:p>
        </p:txBody>
      </p:sp>
      <p:sp>
        <p:nvSpPr>
          <p:cNvPr id="549" name="Google Shape;549;p51"/>
          <p:cNvSpPr txBox="1">
            <a:spLocks noGrp="1"/>
          </p:cNvSpPr>
          <p:nvPr>
            <p:ph type="body" idx="1"/>
          </p:nvPr>
        </p:nvSpPr>
        <p:spPr>
          <a:xfrm>
            <a:off x="311700" y="1005850"/>
            <a:ext cx="2679600" cy="3657300"/>
          </a:xfrm>
          <a:prstGeom prst="rect">
            <a:avLst/>
          </a:prstGeom>
          <a:noFill/>
        </p:spPr>
        <p:txBody>
          <a:bodyPr spcFirstLastPara="1" wrap="square" lIns="91425" tIns="91425" rIns="91425" bIns="91425" anchor="t" anchorCtr="0">
            <a:normAutofit/>
          </a:bodyPr>
          <a:lstStyle/>
          <a:p>
            <a:pPr marL="0" lvl="0" indent="0" algn="l" rtl="0">
              <a:spcBef>
                <a:spcPts val="0"/>
              </a:spcBef>
              <a:spcAft>
                <a:spcPts val="0"/>
              </a:spcAft>
              <a:buNone/>
            </a:pPr>
            <a:r>
              <a:rPr lang="en-US" b="1" dirty="0"/>
              <a:t>Linear Regression:</a:t>
            </a:r>
          </a:p>
          <a:p>
            <a:pPr marL="0" lvl="0" indent="0" algn="just" rtl="0">
              <a:spcBef>
                <a:spcPts val="1000"/>
              </a:spcBef>
              <a:spcAft>
                <a:spcPts val="0"/>
              </a:spcAft>
              <a:buNone/>
            </a:pPr>
            <a:r>
              <a:rPr lang="en-IN" dirty="0"/>
              <a:t>Initially tried this model without much data processing, and got poor results with r2 score of 0.5. to Improve this I tried removing all NA rows, outlier data, and high corelated features.</a:t>
            </a:r>
          </a:p>
          <a:p>
            <a:pPr marL="0" lvl="0" indent="0" algn="l" rtl="0">
              <a:spcBef>
                <a:spcPts val="1000"/>
              </a:spcBef>
              <a:spcAft>
                <a:spcPts val="0"/>
              </a:spcAft>
              <a:buNone/>
            </a:pPr>
            <a:r>
              <a:rPr lang="en-IN" b="1" dirty="0"/>
              <a:t>Final Results:</a:t>
            </a:r>
          </a:p>
          <a:p>
            <a:pPr marL="0" lvl="0" indent="0" algn="l" rtl="0">
              <a:spcBef>
                <a:spcPts val="1000"/>
              </a:spcBef>
              <a:spcAft>
                <a:spcPts val="0"/>
              </a:spcAft>
              <a:buNone/>
            </a:pPr>
            <a:endParaRPr lang="en-IN" b="1" dirty="0"/>
          </a:p>
        </p:txBody>
      </p:sp>
      <p:sp>
        <p:nvSpPr>
          <p:cNvPr id="550" name="Google Shape;550;p51"/>
          <p:cNvSpPr txBox="1">
            <a:spLocks noGrp="1"/>
          </p:cNvSpPr>
          <p:nvPr>
            <p:ph type="body" idx="2"/>
          </p:nvPr>
        </p:nvSpPr>
        <p:spPr>
          <a:xfrm>
            <a:off x="6152700" y="1005850"/>
            <a:ext cx="2679600" cy="3657300"/>
          </a:xfrm>
          <a:prstGeom prst="rect">
            <a:avLst/>
          </a:prstGeom>
          <a:noFill/>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US" b="1" dirty="0"/>
              <a:t>Random Forest Regression:</a:t>
            </a:r>
          </a:p>
          <a:p>
            <a:pPr marL="0" lvl="0" indent="0" algn="just">
              <a:spcBef>
                <a:spcPts val="1000"/>
              </a:spcBef>
              <a:buNone/>
            </a:pPr>
            <a:r>
              <a:rPr lang="en-US" dirty="0"/>
              <a:t>I tried to use this model to improve on the polynomial regression. Even on the raw data this model performed well I got r2 score of 0.95, after cleaning the data, r2 score improved slightly.</a:t>
            </a:r>
          </a:p>
          <a:p>
            <a:pPr marL="0" lvl="0" indent="0" algn="just">
              <a:spcBef>
                <a:spcPts val="1000"/>
              </a:spcBef>
              <a:buNone/>
            </a:pPr>
            <a:r>
              <a:rPr lang="en-US" b="1" dirty="0"/>
              <a:t>Final Results:</a:t>
            </a:r>
          </a:p>
        </p:txBody>
      </p:sp>
      <p:sp>
        <p:nvSpPr>
          <p:cNvPr id="551" name="Google Shape;551;p51"/>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8</a:t>
            </a:fld>
            <a:endParaRPr/>
          </a:p>
        </p:txBody>
      </p:sp>
      <p:sp>
        <p:nvSpPr>
          <p:cNvPr id="552" name="Google Shape;552;p51"/>
          <p:cNvSpPr txBox="1">
            <a:spLocks noGrp="1"/>
          </p:cNvSpPr>
          <p:nvPr>
            <p:ph type="body" idx="3"/>
          </p:nvPr>
        </p:nvSpPr>
        <p:spPr>
          <a:xfrm>
            <a:off x="3232200" y="1005850"/>
            <a:ext cx="2679600" cy="3657300"/>
          </a:xfrm>
          <a:prstGeom prst="rect">
            <a:avLst/>
          </a:prstGeom>
          <a:noFill/>
        </p:spPr>
        <p:txBody>
          <a:bodyPr spcFirstLastPara="1" wrap="square" lIns="91425" tIns="91425" rIns="91425" bIns="91425" anchor="t" anchorCtr="0">
            <a:normAutofit/>
          </a:bodyPr>
          <a:lstStyle/>
          <a:p>
            <a:pPr marL="0" lvl="0" indent="0" algn="l" rtl="0">
              <a:spcBef>
                <a:spcPts val="0"/>
              </a:spcBef>
              <a:spcAft>
                <a:spcPts val="0"/>
              </a:spcAft>
              <a:buNone/>
            </a:pPr>
            <a:r>
              <a:rPr lang="en" b="1" dirty="0"/>
              <a:t>Polynomial Regression:</a:t>
            </a:r>
            <a:endParaRPr lang="en-IN" b="1" dirty="0"/>
          </a:p>
          <a:p>
            <a:pPr marL="0" indent="0" algn="just">
              <a:spcBef>
                <a:spcPts val="1000"/>
              </a:spcBef>
              <a:buNone/>
            </a:pPr>
            <a:r>
              <a:rPr lang="en" dirty="0"/>
              <a:t>I tried this model to imporve on the liner regression, with raw data It performed worst then the liner model I got r2 score of -11.51. After cleaning the data, r2 score impoved significatly.</a:t>
            </a:r>
          </a:p>
          <a:p>
            <a:pPr marL="0" indent="0" algn="just">
              <a:spcBef>
                <a:spcPts val="1000"/>
              </a:spcBef>
              <a:buNone/>
            </a:pPr>
            <a:r>
              <a:rPr lang="en" b="1" dirty="0"/>
              <a:t>Final Results:</a:t>
            </a:r>
          </a:p>
          <a:p>
            <a:pPr marL="0" lvl="0" indent="0" algn="l" rtl="0">
              <a:spcBef>
                <a:spcPts val="0"/>
              </a:spcBef>
              <a:spcAft>
                <a:spcPts val="0"/>
              </a:spcAft>
              <a:buNone/>
            </a:pPr>
            <a:endParaRPr lang="en" b="1" dirty="0"/>
          </a:p>
        </p:txBody>
      </p:sp>
      <p:pic>
        <p:nvPicPr>
          <p:cNvPr id="3" name="Picture 2">
            <a:extLst>
              <a:ext uri="{FF2B5EF4-FFF2-40B4-BE49-F238E27FC236}">
                <a16:creationId xmlns:a16="http://schemas.microsoft.com/office/drawing/2014/main" id="{4563590A-2ADA-C6C6-1481-11FBEF233BFD}"/>
              </a:ext>
            </a:extLst>
          </p:cNvPr>
          <p:cNvPicPr>
            <a:picLocks noChangeAspect="1"/>
          </p:cNvPicPr>
          <p:nvPr/>
        </p:nvPicPr>
        <p:blipFill>
          <a:blip r:embed="rId3"/>
          <a:stretch>
            <a:fillRect/>
          </a:stretch>
        </p:blipFill>
        <p:spPr>
          <a:xfrm>
            <a:off x="389653" y="3432290"/>
            <a:ext cx="2321707" cy="884877"/>
          </a:xfrm>
          <a:prstGeom prst="rect">
            <a:avLst/>
          </a:prstGeom>
        </p:spPr>
      </p:pic>
      <p:pic>
        <p:nvPicPr>
          <p:cNvPr id="5" name="Picture 4">
            <a:extLst>
              <a:ext uri="{FF2B5EF4-FFF2-40B4-BE49-F238E27FC236}">
                <a16:creationId xmlns:a16="http://schemas.microsoft.com/office/drawing/2014/main" id="{0C32D81E-5FF7-2C1C-480B-5FF8FD0E9C8C}"/>
              </a:ext>
            </a:extLst>
          </p:cNvPr>
          <p:cNvPicPr>
            <a:picLocks noChangeAspect="1"/>
          </p:cNvPicPr>
          <p:nvPr/>
        </p:nvPicPr>
        <p:blipFill>
          <a:blip r:embed="rId4"/>
          <a:stretch>
            <a:fillRect/>
          </a:stretch>
        </p:blipFill>
        <p:spPr>
          <a:xfrm>
            <a:off x="3362489" y="3432289"/>
            <a:ext cx="2146648" cy="884878"/>
          </a:xfrm>
          <a:prstGeom prst="rect">
            <a:avLst/>
          </a:prstGeom>
        </p:spPr>
      </p:pic>
      <p:pic>
        <p:nvPicPr>
          <p:cNvPr id="7" name="Picture 6">
            <a:extLst>
              <a:ext uri="{FF2B5EF4-FFF2-40B4-BE49-F238E27FC236}">
                <a16:creationId xmlns:a16="http://schemas.microsoft.com/office/drawing/2014/main" id="{BAA215FD-D19F-EA40-DF82-81B62768FA40}"/>
              </a:ext>
            </a:extLst>
          </p:cNvPr>
          <p:cNvPicPr>
            <a:picLocks noChangeAspect="1"/>
          </p:cNvPicPr>
          <p:nvPr/>
        </p:nvPicPr>
        <p:blipFill>
          <a:blip r:embed="rId5"/>
          <a:stretch>
            <a:fillRect/>
          </a:stretch>
        </p:blipFill>
        <p:spPr>
          <a:xfrm>
            <a:off x="6292809" y="3432289"/>
            <a:ext cx="2399382" cy="88487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57">
          <a:extLst>
            <a:ext uri="{FF2B5EF4-FFF2-40B4-BE49-F238E27FC236}">
              <a16:creationId xmlns:a16="http://schemas.microsoft.com/office/drawing/2014/main" id="{170CF29B-1E08-0660-E5D2-4C2FB3BA4D28}"/>
            </a:ext>
          </a:extLst>
        </p:cNvPr>
        <p:cNvGrpSpPr/>
        <p:nvPr/>
      </p:nvGrpSpPr>
      <p:grpSpPr>
        <a:xfrm>
          <a:off x="0" y="0"/>
          <a:ext cx="0" cy="0"/>
          <a:chOff x="0" y="0"/>
          <a:chExt cx="0" cy="0"/>
        </a:xfrm>
      </p:grpSpPr>
      <p:sp>
        <p:nvSpPr>
          <p:cNvPr id="458" name="Google Shape;458;p43">
            <a:extLst>
              <a:ext uri="{FF2B5EF4-FFF2-40B4-BE49-F238E27FC236}">
                <a16:creationId xmlns:a16="http://schemas.microsoft.com/office/drawing/2014/main" id="{24BD5897-8C07-91A0-6C24-72A6AA650815}"/>
              </a:ext>
            </a:extLst>
          </p:cNvPr>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dirty="0"/>
              <a:t>Further Enhancement:</a:t>
            </a:r>
            <a:endParaRPr dirty="0"/>
          </a:p>
        </p:txBody>
      </p:sp>
      <p:sp>
        <p:nvSpPr>
          <p:cNvPr id="459" name="Google Shape;459;p43">
            <a:extLst>
              <a:ext uri="{FF2B5EF4-FFF2-40B4-BE49-F238E27FC236}">
                <a16:creationId xmlns:a16="http://schemas.microsoft.com/office/drawing/2014/main" id="{4FCCE382-5793-88C7-1696-94FC9AC80FAA}"/>
              </a:ext>
            </a:extLst>
          </p:cNvPr>
          <p:cNvSpPr txBox="1">
            <a:spLocks noGrp="1"/>
          </p:cNvSpPr>
          <p:nvPr>
            <p:ph type="body" idx="1"/>
          </p:nvPr>
        </p:nvSpPr>
        <p:spPr>
          <a:xfrm>
            <a:off x="311700" y="915600"/>
            <a:ext cx="7145907" cy="3747600"/>
          </a:xfrm>
          <a:prstGeom prst="rect">
            <a:avLst/>
          </a:prstGeom>
        </p:spPr>
        <p:txBody>
          <a:bodyPr spcFirstLastPara="1" wrap="square" lIns="91425" tIns="91425" rIns="91425" bIns="91425" anchor="t" anchorCtr="0">
            <a:normAutofit/>
          </a:bodyPr>
          <a:lstStyle/>
          <a:p>
            <a:pPr marL="285750" indent="-285750" algn="just"/>
            <a:r>
              <a:rPr lang="en-US" dirty="0"/>
              <a:t>Try to predict more parameters like, chance of getting a compilation error during PD stage.</a:t>
            </a:r>
          </a:p>
          <a:p>
            <a:pPr marL="285750" indent="-285750" algn="just"/>
            <a:r>
              <a:rPr lang="en-US" dirty="0"/>
              <a:t>Try to predict the tuning parameters for the EDA software, which can accelerate pipeline further more.</a:t>
            </a:r>
          </a:p>
          <a:p>
            <a:pPr marL="285750" indent="-285750" algn="just"/>
            <a:r>
              <a:rPr lang="en-US" dirty="0"/>
              <a:t>Try to predict parasitic components inside the chip, which can cause problems in the design, but that can only be detected in final stage. Which can cause large delays in the chip production.</a:t>
            </a:r>
          </a:p>
        </p:txBody>
      </p:sp>
      <p:sp>
        <p:nvSpPr>
          <p:cNvPr id="460" name="Google Shape;460;p43">
            <a:extLst>
              <a:ext uri="{FF2B5EF4-FFF2-40B4-BE49-F238E27FC236}">
                <a16:creationId xmlns:a16="http://schemas.microsoft.com/office/drawing/2014/main" id="{CB2238BE-132B-3D84-2404-5AAC2C541AEA}"/>
              </a:ext>
            </a:extLst>
          </p:cNvPr>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9</a:t>
            </a:fld>
            <a:endParaRPr/>
          </a:p>
        </p:txBody>
      </p:sp>
      <p:grpSp>
        <p:nvGrpSpPr>
          <p:cNvPr id="461" name="Google Shape;461;p43">
            <a:extLst>
              <a:ext uri="{FF2B5EF4-FFF2-40B4-BE49-F238E27FC236}">
                <a16:creationId xmlns:a16="http://schemas.microsoft.com/office/drawing/2014/main" id="{9DF49F1C-D623-CE5E-432B-EE2363F35BAC}"/>
              </a:ext>
            </a:extLst>
          </p:cNvPr>
          <p:cNvGrpSpPr/>
          <p:nvPr/>
        </p:nvGrpSpPr>
        <p:grpSpPr>
          <a:xfrm rot="2699785">
            <a:off x="482122" y="4029609"/>
            <a:ext cx="1208946" cy="982653"/>
            <a:chOff x="2318413" y="2452450"/>
            <a:chExt cx="1067700" cy="867900"/>
          </a:xfrm>
        </p:grpSpPr>
        <p:sp>
          <p:nvSpPr>
            <p:cNvPr id="462" name="Google Shape;462;p43">
              <a:extLst>
                <a:ext uri="{FF2B5EF4-FFF2-40B4-BE49-F238E27FC236}">
                  <a16:creationId xmlns:a16="http://schemas.microsoft.com/office/drawing/2014/main" id="{FAEC6347-3C9C-94A8-8F78-B1B826225DA1}"/>
                </a:ext>
              </a:extLst>
            </p:cNvPr>
            <p:cNvSpPr/>
            <p:nvPr/>
          </p:nvSpPr>
          <p:spPr>
            <a:xfrm>
              <a:off x="2318413" y="2528650"/>
              <a:ext cx="915300" cy="791700"/>
            </a:xfrm>
            <a:prstGeom prst="triangle">
              <a:avLst>
                <a:gd name="adj" fmla="val 50000"/>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43">
              <a:extLst>
                <a:ext uri="{FF2B5EF4-FFF2-40B4-BE49-F238E27FC236}">
                  <a16:creationId xmlns:a16="http://schemas.microsoft.com/office/drawing/2014/main" id="{318E6A59-7CFC-FBCF-561C-1F7AFF599B07}"/>
                </a:ext>
              </a:extLst>
            </p:cNvPr>
            <p:cNvSpPr/>
            <p:nvPr/>
          </p:nvSpPr>
          <p:spPr>
            <a:xfrm>
              <a:off x="2470813" y="2452450"/>
              <a:ext cx="915300" cy="791700"/>
            </a:xfrm>
            <a:prstGeom prst="triangle">
              <a:avLst>
                <a:gd name="adj" fmla="val 5000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64" name="Google Shape;464;p43">
            <a:extLst>
              <a:ext uri="{FF2B5EF4-FFF2-40B4-BE49-F238E27FC236}">
                <a16:creationId xmlns:a16="http://schemas.microsoft.com/office/drawing/2014/main" id="{BE50F0A0-0003-A7E9-AB0B-3B04003D9CE2}"/>
              </a:ext>
            </a:extLst>
          </p:cNvPr>
          <p:cNvPicPr preferRelativeResize="0"/>
          <p:nvPr/>
        </p:nvPicPr>
        <p:blipFill>
          <a:blip r:embed="rId3">
            <a:alphaModFix/>
          </a:blip>
          <a:stretch>
            <a:fillRect/>
          </a:stretch>
        </p:blipFill>
        <p:spPr>
          <a:xfrm>
            <a:off x="7747370" y="1972579"/>
            <a:ext cx="1084950" cy="1135025"/>
          </a:xfrm>
          <a:prstGeom prst="rect">
            <a:avLst/>
          </a:prstGeom>
          <a:noFill/>
          <a:ln>
            <a:noFill/>
          </a:ln>
        </p:spPr>
      </p:pic>
    </p:spTree>
    <p:extLst>
      <p:ext uri="{BB962C8B-B14F-4D97-AF65-F5344CB8AC3E}">
        <p14:creationId xmlns:p14="http://schemas.microsoft.com/office/powerpoint/2010/main" val="1454588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57">
          <a:extLst>
            <a:ext uri="{FF2B5EF4-FFF2-40B4-BE49-F238E27FC236}">
              <a16:creationId xmlns:a16="http://schemas.microsoft.com/office/drawing/2014/main" id="{3BBBB3EF-5083-E539-B4A1-A2D6D9B6F05C}"/>
            </a:ext>
          </a:extLst>
        </p:cNvPr>
        <p:cNvGrpSpPr/>
        <p:nvPr/>
      </p:nvGrpSpPr>
      <p:grpSpPr>
        <a:xfrm>
          <a:off x="0" y="0"/>
          <a:ext cx="0" cy="0"/>
          <a:chOff x="0" y="0"/>
          <a:chExt cx="0" cy="0"/>
        </a:xfrm>
      </p:grpSpPr>
      <p:sp>
        <p:nvSpPr>
          <p:cNvPr id="458" name="Google Shape;458;p43">
            <a:extLst>
              <a:ext uri="{FF2B5EF4-FFF2-40B4-BE49-F238E27FC236}">
                <a16:creationId xmlns:a16="http://schemas.microsoft.com/office/drawing/2014/main" id="{69BFDBB1-E5B3-AE54-ED5F-4ED30D9616BD}"/>
              </a:ext>
            </a:extLst>
          </p:cNvPr>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dirty="0"/>
              <a:t>Use Of AI:</a:t>
            </a:r>
            <a:endParaRPr dirty="0"/>
          </a:p>
        </p:txBody>
      </p:sp>
      <p:sp>
        <p:nvSpPr>
          <p:cNvPr id="459" name="Google Shape;459;p43">
            <a:extLst>
              <a:ext uri="{FF2B5EF4-FFF2-40B4-BE49-F238E27FC236}">
                <a16:creationId xmlns:a16="http://schemas.microsoft.com/office/drawing/2014/main" id="{1DCFA472-DC3A-5331-F239-501BAF5B1928}"/>
              </a:ext>
            </a:extLst>
          </p:cNvPr>
          <p:cNvSpPr txBox="1">
            <a:spLocks noGrp="1"/>
          </p:cNvSpPr>
          <p:nvPr>
            <p:ph type="body" idx="1"/>
          </p:nvPr>
        </p:nvSpPr>
        <p:spPr>
          <a:xfrm>
            <a:off x="311700" y="915600"/>
            <a:ext cx="7145907" cy="3747600"/>
          </a:xfrm>
          <a:prstGeom prst="rect">
            <a:avLst/>
          </a:prstGeom>
        </p:spPr>
        <p:txBody>
          <a:bodyPr spcFirstLastPara="1" wrap="square" lIns="91425" tIns="91425" rIns="91425" bIns="91425" anchor="t" anchorCtr="0">
            <a:normAutofit/>
          </a:bodyPr>
          <a:lstStyle/>
          <a:p>
            <a:pPr marL="0" indent="0" algn="just">
              <a:buNone/>
            </a:pPr>
            <a:r>
              <a:rPr lang="en-US" dirty="0"/>
              <a:t>I used AI for the following reasons:</a:t>
            </a:r>
          </a:p>
          <a:p>
            <a:pPr marL="285750" indent="-285750" algn="just"/>
            <a:r>
              <a:rPr lang="en-US" dirty="0"/>
              <a:t>To merge each and every data in the JSON file and convert it to CSV, I merged around 30000 JSON files.</a:t>
            </a:r>
          </a:p>
          <a:p>
            <a:pPr marL="285750" indent="-285750" algn="just"/>
            <a:r>
              <a:rPr lang="en-US" dirty="0"/>
              <a:t>Specifically, to format the markdowns written in the notebook.</a:t>
            </a:r>
          </a:p>
          <a:p>
            <a:pPr marL="285750" indent="-285750" algn="just"/>
            <a:r>
              <a:rPr lang="en-US" dirty="0"/>
              <a:t>First, I roughly plotted graphs for the data, and then using AI added colors and formatted it in such a way that they looks good.</a:t>
            </a:r>
            <a:endParaRPr dirty="0"/>
          </a:p>
        </p:txBody>
      </p:sp>
      <p:sp>
        <p:nvSpPr>
          <p:cNvPr id="460" name="Google Shape;460;p43">
            <a:extLst>
              <a:ext uri="{FF2B5EF4-FFF2-40B4-BE49-F238E27FC236}">
                <a16:creationId xmlns:a16="http://schemas.microsoft.com/office/drawing/2014/main" id="{32D7A275-B30C-DE34-7E07-686353536C05}"/>
              </a:ext>
            </a:extLst>
          </p:cNvPr>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10</a:t>
            </a:fld>
            <a:endParaRPr/>
          </a:p>
        </p:txBody>
      </p:sp>
      <p:grpSp>
        <p:nvGrpSpPr>
          <p:cNvPr id="461" name="Google Shape;461;p43">
            <a:extLst>
              <a:ext uri="{FF2B5EF4-FFF2-40B4-BE49-F238E27FC236}">
                <a16:creationId xmlns:a16="http://schemas.microsoft.com/office/drawing/2014/main" id="{BFB00360-4793-4BDF-66F7-3659971A0A9A}"/>
              </a:ext>
            </a:extLst>
          </p:cNvPr>
          <p:cNvGrpSpPr/>
          <p:nvPr/>
        </p:nvGrpSpPr>
        <p:grpSpPr>
          <a:xfrm rot="2699785">
            <a:off x="482122" y="4029609"/>
            <a:ext cx="1208946" cy="982653"/>
            <a:chOff x="2318413" y="2452450"/>
            <a:chExt cx="1067700" cy="867900"/>
          </a:xfrm>
        </p:grpSpPr>
        <p:sp>
          <p:nvSpPr>
            <p:cNvPr id="462" name="Google Shape;462;p43">
              <a:extLst>
                <a:ext uri="{FF2B5EF4-FFF2-40B4-BE49-F238E27FC236}">
                  <a16:creationId xmlns:a16="http://schemas.microsoft.com/office/drawing/2014/main" id="{5BDFDB08-6CB9-A385-171D-D2DA70A1A9CF}"/>
                </a:ext>
              </a:extLst>
            </p:cNvPr>
            <p:cNvSpPr/>
            <p:nvPr/>
          </p:nvSpPr>
          <p:spPr>
            <a:xfrm>
              <a:off x="2318413" y="2528650"/>
              <a:ext cx="915300" cy="791700"/>
            </a:xfrm>
            <a:prstGeom prst="triangle">
              <a:avLst>
                <a:gd name="adj" fmla="val 50000"/>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43">
              <a:extLst>
                <a:ext uri="{FF2B5EF4-FFF2-40B4-BE49-F238E27FC236}">
                  <a16:creationId xmlns:a16="http://schemas.microsoft.com/office/drawing/2014/main" id="{74E4B45E-8887-C238-8F72-F85F0319BADF}"/>
                </a:ext>
              </a:extLst>
            </p:cNvPr>
            <p:cNvSpPr/>
            <p:nvPr/>
          </p:nvSpPr>
          <p:spPr>
            <a:xfrm>
              <a:off x="2470813" y="2452450"/>
              <a:ext cx="915300" cy="791700"/>
            </a:xfrm>
            <a:prstGeom prst="triangle">
              <a:avLst>
                <a:gd name="adj" fmla="val 50000"/>
              </a:avLst>
            </a:prstGeom>
            <a:noFill/>
            <a:ln w="1905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64" name="Google Shape;464;p43">
            <a:extLst>
              <a:ext uri="{FF2B5EF4-FFF2-40B4-BE49-F238E27FC236}">
                <a16:creationId xmlns:a16="http://schemas.microsoft.com/office/drawing/2014/main" id="{F6394287-AAF9-B3BC-C574-65D4CA351CB3}"/>
              </a:ext>
            </a:extLst>
          </p:cNvPr>
          <p:cNvPicPr preferRelativeResize="0"/>
          <p:nvPr/>
        </p:nvPicPr>
        <p:blipFill>
          <a:blip r:embed="rId3">
            <a:alphaModFix/>
          </a:blip>
          <a:stretch>
            <a:fillRect/>
          </a:stretch>
        </p:blipFill>
        <p:spPr>
          <a:xfrm>
            <a:off x="7747370" y="1972579"/>
            <a:ext cx="1084950" cy="1135025"/>
          </a:xfrm>
          <a:prstGeom prst="rect">
            <a:avLst/>
          </a:prstGeom>
          <a:noFill/>
          <a:ln>
            <a:noFill/>
          </a:ln>
        </p:spPr>
      </p:pic>
    </p:spTree>
    <p:extLst>
      <p:ext uri="{BB962C8B-B14F-4D97-AF65-F5344CB8AC3E}">
        <p14:creationId xmlns:p14="http://schemas.microsoft.com/office/powerpoint/2010/main" val="11395141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52"/>
        <p:cNvGrpSpPr/>
        <p:nvPr/>
      </p:nvGrpSpPr>
      <p:grpSpPr>
        <a:xfrm>
          <a:off x="0" y="0"/>
          <a:ext cx="0" cy="0"/>
          <a:chOff x="0" y="0"/>
          <a:chExt cx="0" cy="0"/>
        </a:xfrm>
      </p:grpSpPr>
      <p:sp>
        <p:nvSpPr>
          <p:cNvPr id="653" name="Google Shape;653;p61"/>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11</a:t>
            </a:fld>
            <a:endParaRPr/>
          </a:p>
        </p:txBody>
      </p:sp>
      <p:sp>
        <p:nvSpPr>
          <p:cNvPr id="656" name="Google Shape;656;p61"/>
          <p:cNvSpPr txBox="1">
            <a:spLocks noGrp="1"/>
          </p:cNvSpPr>
          <p:nvPr>
            <p:ph type="title"/>
          </p:nvPr>
        </p:nvSpPr>
        <p:spPr>
          <a:xfrm>
            <a:off x="522000" y="2133975"/>
            <a:ext cx="8100000" cy="87555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 dirty="0"/>
              <a:t>Thanks a lot!</a:t>
            </a:r>
            <a:endParaRPr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D5D5D"/>
      </a:dk2>
      <a:lt2>
        <a:srgbClr val="DADADA"/>
      </a:lt2>
      <a:accent1>
        <a:srgbClr val="58ADC5"/>
      </a:accent1>
      <a:accent2>
        <a:srgbClr val="8AC6D6"/>
      </a:accent2>
      <a:accent3>
        <a:srgbClr val="CDE6EE"/>
      </a:accent3>
      <a:accent4>
        <a:srgbClr val="EA5B25"/>
      </a:accent4>
      <a:accent5>
        <a:srgbClr val="F08C66"/>
      </a:accent5>
      <a:accent6>
        <a:srgbClr val="F9CEBE"/>
      </a:accent6>
      <a:hlink>
        <a:srgbClr val="58ADC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2743</TotalTime>
  <Words>561</Words>
  <Application>Microsoft Office PowerPoint</Application>
  <PresentationFormat>On-screen Show (16:9)</PresentationFormat>
  <Paragraphs>68</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Assistant</vt:lpstr>
      <vt:lpstr>Simple Light</vt:lpstr>
      <vt:lpstr>Accelerating Chip Layout Design using ML</vt:lpstr>
      <vt:lpstr>Contents:</vt:lpstr>
      <vt:lpstr>Introduction</vt:lpstr>
      <vt:lpstr>Problem:</vt:lpstr>
      <vt:lpstr>Solution:</vt:lpstr>
      <vt:lpstr>Data Collection and cleaning:</vt:lpstr>
      <vt:lpstr>Data Visualization:</vt:lpstr>
      <vt:lpstr>Model Selection:</vt:lpstr>
      <vt:lpstr>Further Enhancement:</vt:lpstr>
      <vt:lpstr>Use Of AI:</vt:lpstr>
      <vt:lpstr>Thanks a lot!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Jayesh Parab</cp:lastModifiedBy>
  <cp:revision>6</cp:revision>
  <dcterms:modified xsi:type="dcterms:W3CDTF">2026-05-30T06:52:13Z</dcterms:modified>
</cp:coreProperties>
</file>